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958" r:id="rId5"/>
    <p:sldMasterId id="2147483984" r:id="rId6"/>
  </p:sldMasterIdLst>
  <p:notesMasterIdLst>
    <p:notesMasterId r:id="rId13"/>
  </p:notesMasterIdLst>
  <p:sldIdLst>
    <p:sldId id="258" r:id="rId7"/>
    <p:sldId id="2147479319" r:id="rId8"/>
    <p:sldId id="2147476054" r:id="rId9"/>
    <p:sldId id="331" r:id="rId10"/>
    <p:sldId id="259" r:id="rId11"/>
    <p:sldId id="755" r:id="rId12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85725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17145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257175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34290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428625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51435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600075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68580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9AFBA"/>
    <a:srgbClr val="493A00"/>
    <a:srgbClr val="041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39"/>
  </p:normalViewPr>
  <p:slideViewPr>
    <p:cSldViewPr snapToGrid="0">
      <p:cViewPr varScale="1">
        <p:scale>
          <a:sx n="183" d="100"/>
          <a:sy n="183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0" name="Shape 48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61" name="Shape 486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1pPr>
    <a:lvl2pPr indent="857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2pPr>
    <a:lvl3pPr indent="1714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3pPr>
    <a:lvl4pPr indent="2571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4pPr>
    <a:lvl5pPr indent="3429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5pPr>
    <a:lvl6pPr indent="4286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6pPr>
    <a:lvl7pPr indent="5143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7pPr>
    <a:lvl8pPr indent="6000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8pPr>
    <a:lvl9pPr indent="6858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ACAB99-69CD-4C4F-B743-B09E66849E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63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B0E38-C68E-4F66-A495-35A99C960222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058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ull Pag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 sz="1000"/>
            </a:lvl1pPr>
          </a:lstStyle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Shape 2394"/>
          <p:cNvSpPr>
            <a:spLocks noGrp="1"/>
          </p:cNvSpPr>
          <p:nvPr>
            <p:ph type="sldNum" sz="quarter" idx="2"/>
          </p:nvPr>
        </p:nvSpPr>
        <p:spPr>
          <a:xfrm>
            <a:off x="8079316" y="387787"/>
            <a:ext cx="216405" cy="218137"/>
          </a:xfrm>
          <a:prstGeom prst="rect">
            <a:avLst/>
          </a:prstGeom>
        </p:spPr>
        <p:txBody>
          <a:bodyPr anchor="ctr"/>
          <a:lstStyle>
            <a:lvl1pPr>
              <a:defRPr sz="751">
                <a:solidFill>
                  <a:srgbClr val="4C6077"/>
                </a:solidFill>
                <a:latin typeface="Geomanist Regular"/>
                <a:ea typeface="Geomanist Regular"/>
                <a:cs typeface="Geomanist Regular"/>
                <a:sym typeface="Geomanis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395" name="Shape 2395"/>
          <p:cNvSpPr/>
          <p:nvPr/>
        </p:nvSpPr>
        <p:spPr>
          <a:xfrm>
            <a:off x="8076268" y="385607"/>
            <a:ext cx="222496" cy="222496"/>
          </a:xfrm>
          <a:prstGeom prst="ellipse">
            <a:avLst/>
          </a:prstGeom>
          <a:ln w="12700">
            <a:solidFill>
              <a:srgbClr val="4C6077"/>
            </a:solidFill>
            <a:miter lim="400000"/>
          </a:ln>
        </p:spPr>
        <p:txBody>
          <a:bodyPr lIns="19051" tIns="19051" rIns="19051" bIns="19051" anchor="ctr"/>
          <a:lstStyle/>
          <a:p>
            <a:pPr>
              <a:defRPr sz="3200"/>
            </a:pPr>
            <a:endParaRPr sz="1200"/>
          </a:p>
        </p:txBody>
      </p:sp>
      <p:grpSp>
        <p:nvGrpSpPr>
          <p:cNvPr id="2398" name="Group 2398">
            <a:hlinkClick r:id="" action="ppaction://hlinkshowjump?jump=nextslide"/>
          </p:cNvPr>
          <p:cNvGrpSpPr/>
          <p:nvPr/>
        </p:nvGrpSpPr>
        <p:grpSpPr>
          <a:xfrm>
            <a:off x="8353456" y="385607"/>
            <a:ext cx="222496" cy="222496"/>
            <a:chOff x="0" y="0"/>
            <a:chExt cx="593321" cy="593321"/>
          </a:xfrm>
        </p:grpSpPr>
        <p:sp>
          <p:nvSpPr>
            <p:cNvPr id="2396" name="Shape 2396"/>
            <p:cNvSpPr/>
            <p:nvPr/>
          </p:nvSpPr>
          <p:spPr>
            <a:xfrm>
              <a:off x="0" y="0"/>
              <a:ext cx="593322" cy="593322"/>
            </a:xfrm>
            <a:prstGeom prst="ellipse">
              <a:avLst/>
            </a:prstGeom>
            <a:noFill/>
            <a:ln w="12700" cap="flat">
              <a:solidFill>
                <a:srgbClr val="4C607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 sz="1200"/>
            </a:p>
          </p:txBody>
        </p:sp>
        <p:sp>
          <p:nvSpPr>
            <p:cNvPr id="2397" name="Shape 2397"/>
            <p:cNvSpPr/>
            <p:nvPr/>
          </p:nvSpPr>
          <p:spPr>
            <a:xfrm rot="13500000">
              <a:off x="135768" y="196474"/>
              <a:ext cx="205107" cy="200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4C607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 sz="1200"/>
            </a:p>
          </p:txBody>
        </p:sp>
      </p:grpSp>
      <p:grpSp>
        <p:nvGrpSpPr>
          <p:cNvPr id="2401" name="Group 2401">
            <a:hlinkClick r:id="" action="ppaction://hlinkshowjump?jump=previousslide"/>
          </p:cNvPr>
          <p:cNvGrpSpPr/>
          <p:nvPr/>
        </p:nvGrpSpPr>
        <p:grpSpPr>
          <a:xfrm>
            <a:off x="7799081" y="385607"/>
            <a:ext cx="222496" cy="222496"/>
            <a:chOff x="0" y="0"/>
            <a:chExt cx="593321" cy="593321"/>
          </a:xfrm>
        </p:grpSpPr>
        <p:sp>
          <p:nvSpPr>
            <p:cNvPr id="2399" name="Shape 2399"/>
            <p:cNvSpPr/>
            <p:nvPr/>
          </p:nvSpPr>
          <p:spPr>
            <a:xfrm>
              <a:off x="0" y="0"/>
              <a:ext cx="593322" cy="593322"/>
            </a:xfrm>
            <a:prstGeom prst="ellipse">
              <a:avLst/>
            </a:prstGeom>
            <a:noFill/>
            <a:ln w="12700" cap="flat">
              <a:solidFill>
                <a:srgbClr val="4C607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 sz="1200"/>
            </a:p>
          </p:txBody>
        </p:sp>
        <p:sp>
          <p:nvSpPr>
            <p:cNvPr id="2400" name="Shape 2400"/>
            <p:cNvSpPr/>
            <p:nvPr/>
          </p:nvSpPr>
          <p:spPr>
            <a:xfrm rot="2700000">
              <a:off x="229801" y="196474"/>
              <a:ext cx="205107" cy="200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4C607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 sz="1200"/>
            </a:p>
          </p:txBody>
        </p:sp>
      </p:grpSp>
      <p:sp>
        <p:nvSpPr>
          <p:cNvPr id="2404" name="Shape 2404"/>
          <p:cNvSpPr/>
          <p:nvPr/>
        </p:nvSpPr>
        <p:spPr>
          <a:xfrm>
            <a:off x="483218" y="663542"/>
            <a:ext cx="8087452" cy="0"/>
          </a:xfrm>
          <a:prstGeom prst="line">
            <a:avLst/>
          </a:prstGeom>
          <a:ln w="12700">
            <a:solidFill>
              <a:srgbClr val="A9AFBA"/>
            </a:solidFill>
            <a:miter lim="400000"/>
          </a:ln>
        </p:spPr>
        <p:txBody>
          <a:bodyPr lIns="19051" tIns="19051" rIns="19051" bIns="19051" anchor="ctr"/>
          <a:lstStyle/>
          <a:p>
            <a:pPr>
              <a:defRPr sz="3200"/>
            </a:pPr>
            <a:endParaRPr sz="1200"/>
          </a:p>
        </p:txBody>
      </p:sp>
      <p:sp>
        <p:nvSpPr>
          <p:cNvPr id="2405" name="Shape 2405"/>
          <p:cNvSpPr>
            <a:spLocks noGrp="1"/>
          </p:cNvSpPr>
          <p:nvPr>
            <p:ph type="title"/>
          </p:nvPr>
        </p:nvSpPr>
        <p:spPr>
          <a:xfrm>
            <a:off x="456754" y="410770"/>
            <a:ext cx="7239017" cy="272757"/>
          </a:xfrm>
          <a:prstGeom prst="rect">
            <a:avLst/>
          </a:prstGeom>
        </p:spPr>
        <p:txBody>
          <a:bodyPr anchor="t"/>
          <a:lstStyle>
            <a:lvl1pPr algn="l">
              <a:defRPr sz="1313" cap="all">
                <a:solidFill>
                  <a:srgbClr val="A9AFBA"/>
                </a:solidFill>
                <a:latin typeface="Geomanist Bold"/>
                <a:ea typeface="Geomanist Bold"/>
                <a:cs typeface="Geomanist Bold"/>
                <a:sym typeface="Geomanist Bold"/>
              </a:defRPr>
            </a:lvl1pPr>
          </a:lstStyle>
          <a:p>
            <a:r>
              <a:t>Title Text</a:t>
            </a:r>
          </a:p>
        </p:txBody>
      </p:sp>
      <p:sp>
        <p:nvSpPr>
          <p:cNvPr id="2406" name="Shape 2406"/>
          <p:cNvSpPr>
            <a:spLocks noGrp="1"/>
          </p:cNvSpPr>
          <p:nvPr>
            <p:ph type="pic" sz="quarter" idx="14"/>
          </p:nvPr>
        </p:nvSpPr>
        <p:spPr>
          <a:xfrm>
            <a:off x="478965" y="1079541"/>
            <a:ext cx="1899729" cy="3303948"/>
          </a:xfrm>
          <a:prstGeom prst="rect">
            <a:avLst/>
          </a:prstGeom>
          <a:effectLst>
            <a:outerShdw blurRad="76200" dist="224999" dir="7302716" rotWithShape="0">
              <a:srgbClr val="000000">
                <a:alpha val="17313"/>
              </a:srgbClr>
            </a:outerShdw>
          </a:effectLst>
        </p:spPr>
        <p:txBody>
          <a:bodyPr lIns="91439" tIns="45719" rIns="91439" bIns="45719" anchor="t">
            <a:noAutofit/>
          </a:bodyPr>
          <a:lstStyle>
            <a:lvl1pPr>
              <a:defRPr sz="1000"/>
            </a:lvl1pPr>
          </a:lstStyle>
          <a:p>
            <a:endParaRPr/>
          </a:p>
        </p:txBody>
      </p:sp>
      <p:grpSp>
        <p:nvGrpSpPr>
          <p:cNvPr id="2409" name="Group 2409"/>
          <p:cNvGrpSpPr/>
          <p:nvPr/>
        </p:nvGrpSpPr>
        <p:grpSpPr>
          <a:xfrm>
            <a:off x="478965" y="1080111"/>
            <a:ext cx="1899729" cy="3303395"/>
            <a:chOff x="0" y="0"/>
            <a:chExt cx="5065942" cy="8809051"/>
          </a:xfrm>
        </p:grpSpPr>
        <p:sp>
          <p:nvSpPr>
            <p:cNvPr id="2407" name="Shape 2407"/>
            <p:cNvSpPr/>
            <p:nvPr/>
          </p:nvSpPr>
          <p:spPr>
            <a:xfrm>
              <a:off x="0" y="0"/>
              <a:ext cx="171902" cy="880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174"/>
                  </a:lnTo>
                  <a:lnTo>
                    <a:pt x="0" y="21600"/>
                  </a:lnTo>
                  <a:lnTo>
                    <a:pt x="46" y="21600"/>
                  </a:lnTo>
                  <a:lnTo>
                    <a:pt x="21600" y="20868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2408" name="Shape 2408"/>
            <p:cNvSpPr/>
            <p:nvPr/>
          </p:nvSpPr>
          <p:spPr>
            <a:xfrm>
              <a:off x="368" y="8510620"/>
              <a:ext cx="5065575" cy="298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1" y="0"/>
                  </a:moveTo>
                  <a:lnTo>
                    <a:pt x="0" y="21600"/>
                  </a:lnTo>
                  <a:lnTo>
                    <a:pt x="21189" y="21600"/>
                  </a:lnTo>
                  <a:lnTo>
                    <a:pt x="21600" y="11694"/>
                  </a:lnTo>
                  <a:lnTo>
                    <a:pt x="21600" y="11561"/>
                  </a:lnTo>
                  <a:lnTo>
                    <a:pt x="731" y="11561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</p:grpSp>
      <p:sp>
        <p:nvSpPr>
          <p:cNvPr id="18" name="Shape 126"/>
          <p:cNvSpPr/>
          <p:nvPr userDrawn="1"/>
        </p:nvSpPr>
        <p:spPr>
          <a:xfrm>
            <a:off x="6823570" y="4790180"/>
            <a:ext cx="1755290" cy="154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1" tIns="19051" rIns="19051" bIns="19051" anchor="ctr">
            <a:spAutoFit/>
          </a:bodyPr>
          <a:lstStyle/>
          <a:p>
            <a:pPr algn="r">
              <a:defRPr sz="2000">
                <a:solidFill>
                  <a:srgbClr val="4C6077"/>
                </a:solidFill>
                <a:latin typeface="Geomanist Light"/>
                <a:ea typeface="Geomanist Light"/>
                <a:cs typeface="Geomanist Light"/>
                <a:sym typeface="Geomanist Light"/>
              </a:defRPr>
            </a:pPr>
            <a:r>
              <a:rPr sz="751"/>
              <a:t>Mountain presentation by </a:t>
            </a:r>
            <a:r>
              <a:rPr sz="751">
                <a:latin typeface="Geomanist Regular"/>
                <a:ea typeface="Geomanist Regular"/>
                <a:cs typeface="Geomanist Regular"/>
                <a:sym typeface="Geomanist Regular"/>
              </a:rPr>
              <a:t>ContestDesign</a:t>
            </a:r>
          </a:p>
        </p:txBody>
      </p:sp>
      <p:pic>
        <p:nvPicPr>
          <p:cNvPr id="19" name="03_For-Footer_Smal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95143" y="4765545"/>
            <a:ext cx="339407" cy="136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Layout - 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4766285-CDEC-4E49-8EA8-554A25B611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038" y="385507"/>
            <a:ext cx="7980536" cy="297568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56">
                <a:solidFill>
                  <a:schemeClr val="accent1"/>
                </a:solidFill>
                <a:latin typeface="+mj-lt"/>
              </a:defRPr>
            </a:lvl1pPr>
            <a:lvl2pPr marL="128570" indent="0">
              <a:buNone/>
              <a:defRPr/>
            </a:lvl2pPr>
            <a:lvl3pPr marL="257141" indent="0">
              <a:buNone/>
              <a:defRPr/>
            </a:lvl3pPr>
            <a:lvl4pPr marL="385711" indent="0">
              <a:buNone/>
              <a:defRPr/>
            </a:lvl4pPr>
            <a:lvl5pPr marL="51428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7E295B8-AA10-AE4A-A26E-E538636AF7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38" y="652091"/>
            <a:ext cx="7980536" cy="1446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675">
                <a:solidFill>
                  <a:schemeClr val="tx1"/>
                </a:solidFill>
                <a:latin typeface="+mn-lt"/>
              </a:defRPr>
            </a:lvl1pPr>
            <a:lvl2pPr marL="128570" indent="0">
              <a:buNone/>
              <a:defRPr/>
            </a:lvl2pPr>
            <a:lvl3pPr marL="257141" indent="0">
              <a:buNone/>
              <a:defRPr/>
            </a:lvl3pPr>
            <a:lvl4pPr marL="385711" indent="0">
              <a:buNone/>
              <a:defRPr/>
            </a:lvl4pPr>
            <a:lvl5pPr marL="51428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633F3D-DF39-5340-BC5A-D985B50632B3}"/>
              </a:ext>
            </a:extLst>
          </p:cNvPr>
          <p:cNvCxnSpPr>
            <a:cxnSpLocks/>
          </p:cNvCxnSpPr>
          <p:nvPr userDrawn="1"/>
        </p:nvCxnSpPr>
        <p:spPr>
          <a:xfrm>
            <a:off x="549181" y="424502"/>
            <a:ext cx="0" cy="335132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58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8E85-41FA-DAB6-658E-494C55B29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07A00-5CB3-341B-5DF0-70084546E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0C27A-237A-3C59-5F2D-853E05B9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C121F-A85C-31C7-8C6C-9B760218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B96F-05D8-7D9D-5F7D-13F06BE2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3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6752-3805-9838-CE75-C3680068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965C8-5724-8CC5-3CA8-47F5A6C73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7F8F4-B8DC-77D3-8F29-E8D5252F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D611F-9BC6-7E55-E228-119FC19E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5D16-EDD4-61A7-9365-8C670633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7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5D5A-5B65-E43C-CE99-A0317EDD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70BBD-A919-69F7-CC71-5D9FF8D7B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A1961-5DA7-EFA7-55FA-A4DA916E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BA5F1-02E2-462E-CDE6-0FCFBD4F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4C684-2899-842C-8C5D-20144F27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3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6D6D-513F-BF0C-6744-CC11C7B5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6E983-6867-159B-B4D0-E508161B0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0BF0A-C482-E8FE-1098-4C9B955B1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B2065-2158-F543-F14C-620250D5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585FA-0789-DDE6-2F6E-5F70A203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318D7-8900-998C-7E3A-EB7A9320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7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EF01-3ED7-674A-71B8-3D70E58F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B5B41-108E-18A4-B463-D0F03E947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D4EFC-0976-5829-7110-44B4217F5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6B66D-496B-E472-6D90-7CB8BE568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6A296-CC37-7485-CFF2-5EA2F6EBF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170A3-C24F-F270-E0C3-F2FDC7DEB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3A19B-10C3-6E04-13B5-71F195B6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CBE30-5867-D6D9-7D48-5CE281A2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5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D34A-2B68-7833-21F2-F9B7A7A9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16628-4239-748C-9B19-CE9A995A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D7920-AA52-88E9-6F7A-906921C2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1EBEF-613D-F833-D21F-01595013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0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F0B03D-B997-1798-9627-9501E77B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BFABC9-2CB5-69B5-0D8C-65D799CB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AC125-B879-45F9-DEF2-9D37EA02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hape 40">
            <a:extLst>
              <a:ext uri="{FF2B5EF4-FFF2-40B4-BE49-F238E27FC236}">
                <a16:creationId xmlns:a16="http://schemas.microsoft.com/office/drawing/2014/main" id="{105FDAE4-283D-F79C-90C4-DA3CA85FF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943" y="150264"/>
            <a:ext cx="8723050" cy="45298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b="0">
                <a:solidFill>
                  <a:srgbClr val="0070C0"/>
                </a:solidFill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AD9A11B-D2BF-09EA-5726-F37081A71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7944" y="734465"/>
            <a:ext cx="8421947" cy="3660659"/>
          </a:xfrm>
          <a:prstGeom prst="rect">
            <a:avLst/>
          </a:prstGeom>
        </p:spPr>
        <p:txBody>
          <a:bodyPr/>
          <a:lstStyle>
            <a:lvl1pPr marL="112710" indent="-112710">
              <a:defRPr sz="14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0040" indent="-174621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39757" indent="-165096">
              <a:defRPr sz="11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8998" indent="-236532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hape 42">
            <a:extLst>
              <a:ext uri="{FF2B5EF4-FFF2-40B4-BE49-F238E27FC236}">
                <a16:creationId xmlns:a16="http://schemas.microsoft.com/office/drawing/2014/main" id="{C9F6558C-E996-3D53-52AC-44BE04199DB5}"/>
              </a:ext>
            </a:extLst>
          </p:cNvPr>
          <p:cNvSpPr txBox="1">
            <a:spLocks/>
          </p:cNvSpPr>
          <p:nvPr/>
        </p:nvSpPr>
        <p:spPr>
          <a:xfrm>
            <a:off x="231389" y="4755133"/>
            <a:ext cx="468287" cy="27940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sz="1000" smtClean="0"/>
              <a:pPr/>
              <a:t>‹#›</a:t>
            </a:fld>
            <a:endParaRPr lang="en-US" sz="1000"/>
          </a:p>
        </p:txBody>
      </p:sp>
      <p:sp>
        <p:nvSpPr>
          <p:cNvPr id="8" name="object 20">
            <a:extLst>
              <a:ext uri="{FF2B5EF4-FFF2-40B4-BE49-F238E27FC236}">
                <a16:creationId xmlns:a16="http://schemas.microsoft.com/office/drawing/2014/main" id="{05A8DEA8-DC2A-C985-3D8E-AB72631791D8}"/>
              </a:ext>
            </a:extLst>
          </p:cNvPr>
          <p:cNvSpPr/>
          <p:nvPr/>
        </p:nvSpPr>
        <p:spPr>
          <a:xfrm>
            <a:off x="9048708" y="212401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24780B1-C525-C011-FD76-7E1CB6D81CAB}"/>
              </a:ext>
            </a:extLst>
          </p:cNvPr>
          <p:cNvSpPr/>
          <p:nvPr/>
        </p:nvSpPr>
        <p:spPr>
          <a:xfrm>
            <a:off x="-8919" y="212401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10" name="Picture Placeholder 2">
            <a:extLst>
              <a:ext uri="{FF2B5EF4-FFF2-40B4-BE49-F238E27FC236}">
                <a16:creationId xmlns:a16="http://schemas.microsoft.com/office/drawing/2014/main" id="{CC829DC1-601C-6737-4C26-B60973F36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" b="2137"/>
          <a:stretch>
            <a:fillRect/>
          </a:stretch>
        </p:blipFill>
        <p:spPr>
          <a:xfrm>
            <a:off x="7997726" y="4736388"/>
            <a:ext cx="1134031" cy="37556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C4B0D5-0CE7-B2DB-226C-5D491DBC77D1}"/>
              </a:ext>
            </a:extLst>
          </p:cNvPr>
          <p:cNvCxnSpPr>
            <a:cxnSpLocks/>
          </p:cNvCxnSpPr>
          <p:nvPr/>
        </p:nvCxnSpPr>
        <p:spPr>
          <a:xfrm>
            <a:off x="311150" y="574375"/>
            <a:ext cx="406353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92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98F4-A35A-9865-0585-D627C29C2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E69F-EE66-53B9-AF06-974F9B08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8F749-849F-909E-EBA6-4BE6A0C96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B3E33-03AB-6AA0-87E7-746D3C2D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3B93-802D-CB63-D5E0-147186C2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18091-F9F9-23FD-0B67-DD4104BF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4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E021-0CED-E4E1-D818-319E44063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58D646-AC98-B58E-723D-CD129142A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00024-09F3-1B63-1347-66D9AA9A4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2A38C-C675-2699-5BEB-EA6E3D06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9C310-1D05-8F36-B292-6C7BC5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B2F1-174F-A5A6-C5F1-70AD3E2D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72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134F-D345-99B6-92E2-C4DD29F7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C76AC-2857-DD5E-704E-ADB0913A9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9307C-ED87-2126-9E52-D9C14D0C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A8BC-9AB0-39A0-6DA7-05ED106B8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4DCA-C407-724B-6B79-020E78F0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98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3A812B-BDD1-19F1-2026-4827043F84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B879D-3186-37BD-35B0-8BD37A274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D5CE3-8BC3-DE88-3B32-2B4D1F525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7150E-E325-2320-1927-BC5E693B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46BA9-4177-BD7B-6113-D50C83EF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06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40"/>
          <p:cNvSpPr>
            <a:spLocks noGrp="1"/>
          </p:cNvSpPr>
          <p:nvPr>
            <p:ph type="title" hasCustomPrompt="1"/>
          </p:nvPr>
        </p:nvSpPr>
        <p:spPr>
          <a:xfrm>
            <a:off x="197943" y="150264"/>
            <a:ext cx="8723050" cy="45298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b="1">
                <a:solidFill>
                  <a:srgbClr val="007CC3"/>
                </a:solidFill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7944" y="734465"/>
            <a:ext cx="8421947" cy="3660659"/>
          </a:xfrm>
          <a:prstGeom prst="rect">
            <a:avLst/>
          </a:prstGeom>
        </p:spPr>
        <p:txBody>
          <a:bodyPr/>
          <a:lstStyle>
            <a:lvl1pPr marL="112710" indent="-112710">
              <a:defRPr sz="14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0040" indent="-174621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39757" indent="-165096">
              <a:defRPr sz="11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8998" indent="-236532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hape 42"/>
          <p:cNvSpPr>
            <a:spLocks noGrp="1"/>
          </p:cNvSpPr>
          <p:nvPr>
            <p:ph type="sldNum" sz="quarter" idx="2"/>
          </p:nvPr>
        </p:nvSpPr>
        <p:spPr>
          <a:xfrm>
            <a:off x="231389" y="4755133"/>
            <a:ext cx="468287" cy="279401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object 20"/>
          <p:cNvSpPr/>
          <p:nvPr/>
        </p:nvSpPr>
        <p:spPr>
          <a:xfrm>
            <a:off x="903501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lvl="0"/>
            <a:endParaRPr sz="1800"/>
          </a:p>
        </p:txBody>
      </p:sp>
      <p:sp>
        <p:nvSpPr>
          <p:cNvPr id="20" name="object 9"/>
          <p:cNvSpPr/>
          <p:nvPr/>
        </p:nvSpPr>
        <p:spPr>
          <a:xfrm>
            <a:off x="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" name="Picture Placeholder 2">
            <a:extLst>
              <a:ext uri="{FF2B5EF4-FFF2-40B4-BE49-F238E27FC236}">
                <a16:creationId xmlns:a16="http://schemas.microsoft.com/office/drawing/2014/main" id="{F3B837E1-C1B4-0F50-DB69-0DBFE94E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" b="2137"/>
          <a:stretch>
            <a:fillRect/>
          </a:stretch>
        </p:blipFill>
        <p:spPr>
          <a:xfrm>
            <a:off x="7997726" y="4736388"/>
            <a:ext cx="1134031" cy="37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4466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9">
            <a:extLst>
              <a:ext uri="{FF2B5EF4-FFF2-40B4-BE49-F238E27FC236}">
                <a16:creationId xmlns:a16="http://schemas.microsoft.com/office/drawing/2014/main" id="{D534F2BC-F3A1-B35B-DCCE-D6BF92F53AC8}"/>
              </a:ext>
            </a:extLst>
          </p:cNvPr>
          <p:cNvSpPr/>
          <p:nvPr/>
        </p:nvSpPr>
        <p:spPr>
          <a:xfrm>
            <a:off x="1470992" y="1095422"/>
            <a:ext cx="847833" cy="2825560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rgbClr val="FFC000">
              <a:alpha val="45882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Shape 42"/>
          <p:cNvSpPr>
            <a:spLocks noGrp="1"/>
          </p:cNvSpPr>
          <p:nvPr>
            <p:ph type="sldNum" sz="quarter" idx="2"/>
          </p:nvPr>
        </p:nvSpPr>
        <p:spPr>
          <a:xfrm>
            <a:off x="231389" y="4755133"/>
            <a:ext cx="468287" cy="279401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object 20"/>
          <p:cNvSpPr/>
          <p:nvPr/>
        </p:nvSpPr>
        <p:spPr>
          <a:xfrm>
            <a:off x="903501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lvl="0"/>
            <a:endParaRPr sz="1800"/>
          </a:p>
        </p:txBody>
      </p:sp>
      <p:sp>
        <p:nvSpPr>
          <p:cNvPr id="20" name="object 9"/>
          <p:cNvSpPr/>
          <p:nvPr/>
        </p:nvSpPr>
        <p:spPr>
          <a:xfrm>
            <a:off x="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" name="Picture Placeholder 2">
            <a:extLst>
              <a:ext uri="{FF2B5EF4-FFF2-40B4-BE49-F238E27FC236}">
                <a16:creationId xmlns:a16="http://schemas.microsoft.com/office/drawing/2014/main" id="{F3B837E1-C1B4-0F50-DB69-0DBFE94E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" b="2137"/>
          <a:stretch>
            <a:fillRect/>
          </a:stretch>
        </p:blipFill>
        <p:spPr>
          <a:xfrm>
            <a:off x="7997726" y="4736388"/>
            <a:ext cx="1134031" cy="375566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466BEA60-8746-672F-A7EA-68E3250A6A9E}"/>
              </a:ext>
            </a:extLst>
          </p:cNvPr>
          <p:cNvSpPr/>
          <p:nvPr/>
        </p:nvSpPr>
        <p:spPr>
          <a:xfrm>
            <a:off x="406057" y="2139033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88960A39-FBC0-C696-23CE-DDB8C2D3832D}"/>
              </a:ext>
            </a:extLst>
          </p:cNvPr>
          <p:cNvSpPr/>
          <p:nvPr/>
        </p:nvSpPr>
        <p:spPr>
          <a:xfrm>
            <a:off x="766594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0A508625-C0F9-5625-4321-CC13A5E62682}"/>
              </a:ext>
            </a:extLst>
          </p:cNvPr>
          <p:cNvSpPr/>
          <p:nvPr/>
        </p:nvSpPr>
        <p:spPr>
          <a:xfrm>
            <a:off x="1090653" y="2139035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CCC6AB1D-726F-2B78-6BB3-94532F125BAF}"/>
              </a:ext>
            </a:extLst>
          </p:cNvPr>
          <p:cNvSpPr/>
          <p:nvPr/>
        </p:nvSpPr>
        <p:spPr>
          <a:xfrm>
            <a:off x="1279357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30057A23-EA08-29E3-D0D7-A7233FBEDFED}"/>
              </a:ext>
            </a:extLst>
          </p:cNvPr>
          <p:cNvSpPr/>
          <p:nvPr/>
        </p:nvSpPr>
        <p:spPr>
          <a:xfrm>
            <a:off x="1470992" y="2139031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1F697F3C-D677-4441-5F40-F141CDA4F3E1}"/>
              </a:ext>
            </a:extLst>
          </p:cNvPr>
          <p:cNvSpPr/>
          <p:nvPr/>
        </p:nvSpPr>
        <p:spPr>
          <a:xfrm>
            <a:off x="1657734" y="2139030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D853691B-15E5-AF38-B8B2-42DCC5751100}"/>
              </a:ext>
            </a:extLst>
          </p:cNvPr>
          <p:cNvSpPr/>
          <p:nvPr/>
        </p:nvSpPr>
        <p:spPr>
          <a:xfrm>
            <a:off x="1847231" y="2139030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D6BE4654-F90E-1705-5FE5-8C3F1DED731D}"/>
              </a:ext>
            </a:extLst>
          </p:cNvPr>
          <p:cNvSpPr/>
          <p:nvPr/>
        </p:nvSpPr>
        <p:spPr>
          <a:xfrm>
            <a:off x="2043389" y="2139030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177DC3ED-8A25-BD41-AB5F-25D9377C875C}"/>
              </a:ext>
            </a:extLst>
          </p:cNvPr>
          <p:cNvSpPr/>
          <p:nvPr/>
        </p:nvSpPr>
        <p:spPr>
          <a:xfrm>
            <a:off x="2223062" y="213903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8D8B1754-B474-EE5F-713F-EA644837D310}"/>
              </a:ext>
            </a:extLst>
          </p:cNvPr>
          <p:cNvSpPr/>
          <p:nvPr/>
        </p:nvSpPr>
        <p:spPr>
          <a:xfrm>
            <a:off x="2382742" y="213903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CFED8DD0-5828-50A4-CC1C-743A6BBA8E88}"/>
              </a:ext>
            </a:extLst>
          </p:cNvPr>
          <p:cNvSpPr/>
          <p:nvPr/>
        </p:nvSpPr>
        <p:spPr>
          <a:xfrm>
            <a:off x="2526721" y="2139031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E66F39DA-F498-F893-8BB0-5D06EDDE8AC0}"/>
              </a:ext>
            </a:extLst>
          </p:cNvPr>
          <p:cNvSpPr/>
          <p:nvPr/>
        </p:nvSpPr>
        <p:spPr>
          <a:xfrm>
            <a:off x="6334177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6175F1A8-E162-21B6-5DFF-BB2AD28C9221}"/>
              </a:ext>
            </a:extLst>
          </p:cNvPr>
          <p:cNvSpPr/>
          <p:nvPr/>
        </p:nvSpPr>
        <p:spPr>
          <a:xfrm>
            <a:off x="6478949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6D7B4ED2-F66A-88AF-753D-435F706E7FFD}"/>
              </a:ext>
            </a:extLst>
          </p:cNvPr>
          <p:cNvSpPr/>
          <p:nvPr/>
        </p:nvSpPr>
        <p:spPr>
          <a:xfrm>
            <a:off x="6630382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56C94BDE-DA28-CE51-B699-73F5B7243F38}"/>
              </a:ext>
            </a:extLst>
          </p:cNvPr>
          <p:cNvSpPr/>
          <p:nvPr/>
        </p:nvSpPr>
        <p:spPr>
          <a:xfrm>
            <a:off x="6779852" y="2139039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8E3921FD-A784-A2BE-055B-3BBB0B8069AB}"/>
              </a:ext>
            </a:extLst>
          </p:cNvPr>
          <p:cNvSpPr/>
          <p:nvPr/>
        </p:nvSpPr>
        <p:spPr>
          <a:xfrm>
            <a:off x="6974048" y="2139038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E82C2263-84E8-E9D8-4C5F-109D83330E47}"/>
              </a:ext>
            </a:extLst>
          </p:cNvPr>
          <p:cNvSpPr/>
          <p:nvPr/>
        </p:nvSpPr>
        <p:spPr>
          <a:xfrm>
            <a:off x="7193362" y="2139038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1734037-0863-AEBB-3502-ACB664C05DAC}"/>
              </a:ext>
            </a:extLst>
          </p:cNvPr>
          <p:cNvSpPr/>
          <p:nvPr/>
        </p:nvSpPr>
        <p:spPr>
          <a:xfrm>
            <a:off x="7396975" y="2139037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FC42C6A8-C366-FBAA-3079-AF6E0EAB0239}"/>
              </a:ext>
            </a:extLst>
          </p:cNvPr>
          <p:cNvSpPr/>
          <p:nvPr/>
        </p:nvSpPr>
        <p:spPr>
          <a:xfrm>
            <a:off x="7633336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15447311-3E2F-08F8-E6A7-464F1F60DBE9}"/>
              </a:ext>
            </a:extLst>
          </p:cNvPr>
          <p:cNvSpPr/>
          <p:nvPr/>
        </p:nvSpPr>
        <p:spPr>
          <a:xfrm>
            <a:off x="7942486" y="2139033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88C16849-3D37-913B-4A45-D451A64110E4}"/>
              </a:ext>
            </a:extLst>
          </p:cNvPr>
          <p:cNvSpPr/>
          <p:nvPr/>
        </p:nvSpPr>
        <p:spPr>
          <a:xfrm>
            <a:off x="8340295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8320723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33400" y="309813"/>
            <a:ext cx="81534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lang="en-US" dirty="0"/>
            </a:lvl1pPr>
          </a:lstStyle>
          <a:p>
            <a:pPr lvl="0" algn="l"/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1352550"/>
            <a:ext cx="8153400" cy="419100"/>
          </a:xfrm>
        </p:spPr>
        <p:txBody>
          <a:bodyPr vert="horz" lIns="91440" tIns="60960" rIns="91440" bIns="60960" rtlCol="0" anchor="ctr" anchorCtr="0">
            <a:noAutofit/>
          </a:bodyPr>
          <a:lstStyle>
            <a:lvl1pPr>
              <a:buFontTx/>
              <a:buNone/>
              <a:defRPr lang="en-US" sz="1500" smtClean="0">
                <a:solidFill>
                  <a:schemeClr val="accent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533400" y="1759618"/>
            <a:ext cx="8153400" cy="2837028"/>
          </a:xfrm>
        </p:spPr>
        <p:txBody>
          <a:bodyPr vert="horz" lIns="91440" tIns="60960" rIns="91440" bIns="60960" rtlCol="0">
            <a:normAutofit/>
          </a:bodyPr>
          <a:lstStyle>
            <a:lvl1pPr marL="0" indent="0"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spcAft>
                <a:spcPts val="900"/>
              </a:spcAft>
              <a:buFontTx/>
              <a:buNone/>
              <a:defRPr lang="en-US" sz="9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marL="0" lvl="0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Edit Master text styles</a:t>
            </a:r>
          </a:p>
          <a:p>
            <a:pPr marL="0" lvl="1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Second level</a:t>
            </a:r>
          </a:p>
          <a:p>
            <a:pPr marL="0" lvl="2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Third level</a:t>
            </a:r>
          </a:p>
          <a:p>
            <a:pPr marL="0" lvl="3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Fourth level</a:t>
            </a:r>
          </a:p>
          <a:p>
            <a:pPr marL="0" lvl="4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Fifth level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4921797"/>
            <a:ext cx="21336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750" i="1" smtClean="0">
                <a:solidFill>
                  <a:schemeClr val="bg1"/>
                </a:solidFill>
              </a:defRPr>
            </a:lvl1pPr>
          </a:lstStyle>
          <a:p>
            <a:fld id="{E259DCCD-BB55-4AC8-85C3-7FC7ED5590D0}" type="datetime4">
              <a:rPr lang="en-US" smtClean="0"/>
              <a:t>September 26, 2025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6200" y="4921797"/>
            <a:ext cx="39624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750" i="1" smtClean="0">
                <a:solidFill>
                  <a:schemeClr val="bg1"/>
                </a:solidFill>
              </a:defRPr>
            </a:lvl1pPr>
          </a:lstStyle>
          <a:p>
            <a:r>
              <a:rPr lang="en-IN"/>
              <a:t>©2018 Your Company. All Rights Reserved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86" y="4802356"/>
            <a:ext cx="226314" cy="22631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>
            <a:lvl1pPr algn="ctr">
              <a:defRPr lang="en-US" sz="750" spc="0" smtClean="0">
                <a:solidFill>
                  <a:schemeClr val="accent1"/>
                </a:solidFill>
                <a:latin typeface="+mj-lt"/>
              </a:defRPr>
            </a:lvl1pPr>
          </a:lstStyle>
          <a:p>
            <a:fld id="{9D955F5F-96B5-4123-A0BF-F5126ED548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1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33400" y="309813"/>
            <a:ext cx="8153400" cy="85725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1356654"/>
            <a:ext cx="8153400" cy="419100"/>
          </a:xfrm>
        </p:spPr>
        <p:txBody>
          <a:bodyPr vert="horz" lIns="91440" tIns="0" rIns="91440" bIns="0" rtlCol="0" anchor="ctr" anchorCtr="0">
            <a:noAutofit/>
          </a:bodyPr>
          <a:lstStyle>
            <a:lvl1pPr>
              <a:buFontTx/>
              <a:buNone/>
              <a:defRPr lang="en-US" sz="1500" smtClean="0">
                <a:solidFill>
                  <a:schemeClr val="accent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533400" y="1756704"/>
            <a:ext cx="8153400" cy="2716306"/>
          </a:xfrm>
        </p:spPr>
        <p:txBody>
          <a:bodyPr vert="horz" lIns="91440" tIns="60960" rIns="91440" bIns="60960" rtlCol="0">
            <a:normAutofit/>
          </a:bodyPr>
          <a:lstStyle>
            <a:lvl1pPr marL="0" indent="0">
              <a:spcAft>
                <a:spcPts val="900"/>
              </a:spcAft>
              <a:buFontTx/>
              <a:buNone/>
              <a:defRPr lang="en-US" sz="900" smtClean="0"/>
            </a:lvl1pPr>
          </a:lstStyle>
          <a:p>
            <a:pPr marL="0" lvl="0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4921797"/>
            <a:ext cx="21336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750" i="1" smtClean="0">
                <a:solidFill>
                  <a:schemeClr val="bg1"/>
                </a:solidFill>
              </a:defRPr>
            </a:lvl1pPr>
          </a:lstStyle>
          <a:p>
            <a:fld id="{66F93F42-EF7B-4A2A-B815-394A19DE498C}" type="datetime4">
              <a:rPr lang="en-US" smtClean="0"/>
              <a:t>September 26, 2025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6200" y="4921797"/>
            <a:ext cx="39624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750" i="1" smtClean="0">
                <a:solidFill>
                  <a:schemeClr val="bg1"/>
                </a:solidFill>
              </a:defRPr>
            </a:lvl1pPr>
          </a:lstStyle>
          <a:p>
            <a:r>
              <a:rPr lang="en-IN"/>
              <a:t>©2018 Your Company. All Rights Reserved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86" y="4802356"/>
            <a:ext cx="226314" cy="22631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>
            <a:lvl1pPr algn="ctr">
              <a:defRPr lang="en-US" sz="750" spc="0" smtClean="0">
                <a:solidFill>
                  <a:schemeClr val="accent1"/>
                </a:solidFill>
                <a:latin typeface="+mj-lt"/>
              </a:defRPr>
            </a:lvl1pPr>
          </a:lstStyle>
          <a:p>
            <a:fld id="{9D955F5F-96B5-4123-A0BF-F5126ED548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888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FB607DB-E5DF-41E5-A35E-B0CDB0C77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9" b="4989"/>
          <a:stretch/>
        </p:blipFill>
        <p:spPr>
          <a:xfrm>
            <a:off x="0" y="0"/>
            <a:ext cx="9141720" cy="51435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0A4664-7303-44CA-9BE8-4A22FD0D7EBF}"/>
              </a:ext>
            </a:extLst>
          </p:cNvPr>
          <p:cNvSpPr/>
          <p:nvPr/>
        </p:nvSpPr>
        <p:spPr>
          <a:xfrm rot="18679580">
            <a:off x="4178773" y="1687568"/>
            <a:ext cx="3927195" cy="1374524"/>
          </a:xfrm>
          <a:prstGeom prst="roundRect">
            <a:avLst/>
          </a:prstGeom>
          <a:solidFill>
            <a:srgbClr val="F8F9FA">
              <a:alpha val="64000"/>
            </a:srgbClr>
          </a:solidFill>
          <a:ln>
            <a:noFill/>
          </a:ln>
          <a:effectLst>
            <a:softEdge rad="444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0A2FC2-4C43-4567-9BC7-9E1FB152702F}"/>
              </a:ext>
            </a:extLst>
          </p:cNvPr>
          <p:cNvSpPr/>
          <p:nvPr/>
        </p:nvSpPr>
        <p:spPr>
          <a:xfrm>
            <a:off x="1363262" y="1858501"/>
            <a:ext cx="3927195" cy="1374524"/>
          </a:xfrm>
          <a:prstGeom prst="roundRect">
            <a:avLst/>
          </a:prstGeom>
          <a:gradFill>
            <a:gsLst>
              <a:gs pos="0">
                <a:srgbClr val="F0F2F6"/>
              </a:gs>
              <a:gs pos="100000">
                <a:srgbClr val="F0F2F5"/>
              </a:gs>
            </a:gsLst>
            <a:lin ang="5400000" scaled="1"/>
          </a:gradFill>
          <a:ln>
            <a:noFill/>
          </a:ln>
          <a:effectLst>
            <a:softEdge rad="444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bg1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 hasCustomPrompt="1"/>
          </p:nvPr>
        </p:nvSpPr>
        <p:spPr bwMode="gray">
          <a:xfrm>
            <a:off x="1998995" y="2269991"/>
            <a:ext cx="6652260" cy="611706"/>
          </a:xfrm>
        </p:spPr>
        <p:txBody>
          <a:bodyPr anchor="ctr" anchorCtr="0">
            <a:spAutoFit/>
          </a:bodyPr>
          <a:lstStyle>
            <a:lvl1pPr algn="l">
              <a:lnSpc>
                <a:spcPct val="100000"/>
              </a:lnSpc>
              <a:defRPr lang="en-US" sz="3750" b="1" dirty="0">
                <a:solidFill>
                  <a:schemeClr val="tx1"/>
                </a:solidFill>
              </a:defRPr>
            </a:lvl1pPr>
          </a:lstStyle>
          <a:p>
            <a:pPr marL="0" lvl="0">
              <a:lnSpc>
                <a:spcPct val="90000"/>
              </a:lnSpc>
              <a:spcBef>
                <a:spcPts val="900"/>
              </a:spcBef>
            </a:pPr>
            <a:r>
              <a:rPr lang="en-US"/>
              <a:t>Divider – 1 line of text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7F3B32-EE76-44C5-8359-BC4ACEC00C40}"/>
              </a:ext>
            </a:extLst>
          </p:cNvPr>
          <p:cNvGrpSpPr/>
          <p:nvPr/>
        </p:nvGrpSpPr>
        <p:grpSpPr>
          <a:xfrm>
            <a:off x="0" y="2374830"/>
            <a:ext cx="1841500" cy="402834"/>
            <a:chOff x="0" y="3161621"/>
            <a:chExt cx="2455333" cy="53711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2B67A1-EE4B-45BF-9BBC-A9A3AB5F7F53}"/>
                </a:ext>
              </a:extLst>
            </p:cNvPr>
            <p:cNvSpPr/>
            <p:nvPr userDrawn="1"/>
          </p:nvSpPr>
          <p:spPr>
            <a:xfrm>
              <a:off x="0" y="3161621"/>
              <a:ext cx="2455333" cy="537112"/>
            </a:xfrm>
            <a:prstGeom prst="rect">
              <a:avLst/>
            </a:prstGeom>
            <a:solidFill>
              <a:srgbClr val="7BC1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lang="es-PE" sz="1406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5DA7B0E-0DF0-4795-BC40-8582B80C8C7D}"/>
                </a:ext>
              </a:extLst>
            </p:cNvPr>
            <p:cNvSpPr/>
            <p:nvPr userDrawn="1"/>
          </p:nvSpPr>
          <p:spPr>
            <a:xfrm rot="16200000" flipH="1">
              <a:off x="310000" y="3115270"/>
              <a:ext cx="4756" cy="274320"/>
            </a:xfrm>
            <a:custGeom>
              <a:avLst/>
              <a:gdLst>
                <a:gd name="connsiteX0" fmla="*/ 0 w 19050"/>
                <a:gd name="connsiteY0" fmla="*/ 0 h 732567"/>
                <a:gd name="connsiteX1" fmla="*/ 19050 w 19050"/>
                <a:gd name="connsiteY1" fmla="*/ 0 h 732567"/>
                <a:gd name="connsiteX2" fmla="*/ 19050 w 19050"/>
                <a:gd name="connsiteY2" fmla="*/ 732568 h 732567"/>
                <a:gd name="connsiteX3" fmla="*/ 0 w 19050"/>
                <a:gd name="connsiteY3" fmla="*/ 732568 h 73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2567">
                  <a:moveTo>
                    <a:pt x="0" y="0"/>
                  </a:moveTo>
                  <a:lnTo>
                    <a:pt x="19050" y="0"/>
                  </a:lnTo>
                  <a:lnTo>
                    <a:pt x="19050" y="732568"/>
                  </a:lnTo>
                  <a:lnTo>
                    <a:pt x="0" y="73256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6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32EA109-B6D2-47CB-9BC9-D55B0F9A6750}"/>
                </a:ext>
              </a:extLst>
            </p:cNvPr>
            <p:cNvSpPr/>
            <p:nvPr userDrawn="1"/>
          </p:nvSpPr>
          <p:spPr>
            <a:xfrm rot="16200000" flipH="1">
              <a:off x="82144" y="3339115"/>
              <a:ext cx="182880" cy="4755"/>
            </a:xfrm>
            <a:custGeom>
              <a:avLst/>
              <a:gdLst>
                <a:gd name="connsiteX0" fmla="*/ 0 w 734853"/>
                <a:gd name="connsiteY0" fmla="*/ 0 h 19049"/>
                <a:gd name="connsiteX1" fmla="*/ 734854 w 734853"/>
                <a:gd name="connsiteY1" fmla="*/ 0 h 19049"/>
                <a:gd name="connsiteX2" fmla="*/ 734854 w 734853"/>
                <a:gd name="connsiteY2" fmla="*/ 19050 h 19049"/>
                <a:gd name="connsiteX3" fmla="*/ 0 w 734853"/>
                <a:gd name="connsiteY3" fmla="*/ 19050 h 1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4853" h="19049">
                  <a:moveTo>
                    <a:pt x="0" y="0"/>
                  </a:moveTo>
                  <a:lnTo>
                    <a:pt x="734854" y="0"/>
                  </a:lnTo>
                  <a:lnTo>
                    <a:pt x="734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bg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6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D0CF51F-F4CE-426F-AB3D-EFB191BB144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779" r="6346"/>
            <a:stretch/>
          </p:blipFill>
          <p:spPr>
            <a:xfrm>
              <a:off x="1722355" y="3238216"/>
              <a:ext cx="647967" cy="373101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A23F11-3EF7-4BB7-9396-70D452EECC1B}"/>
                </a:ext>
              </a:extLst>
            </p:cNvPr>
            <p:cNvCxnSpPr/>
            <p:nvPr userDrawn="1"/>
          </p:nvCxnSpPr>
          <p:spPr>
            <a:xfrm>
              <a:off x="176782" y="3325341"/>
              <a:ext cx="0" cy="365760"/>
            </a:xfrm>
            <a:prstGeom prst="line">
              <a:avLst/>
            </a:prstGeom>
            <a:ln w="3175">
              <a:solidFill>
                <a:schemeClr val="bg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520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3457941" y="915437"/>
            <a:ext cx="5363162" cy="371703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323818" y="915437"/>
            <a:ext cx="2899796" cy="3717036"/>
          </a:xfrm>
        </p:spPr>
        <p:txBody>
          <a:bodyPr>
            <a:norm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 baseline="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08610" y="260603"/>
            <a:ext cx="7694676" cy="260604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30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D7EE-4EB9-47BD-B3ED-302482087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3BA5223-32A3-4F4D-A64E-5A3DC4846203}"/>
              </a:ext>
            </a:extLst>
          </p:cNvPr>
          <p:cNvSpPr/>
          <p:nvPr/>
        </p:nvSpPr>
        <p:spPr>
          <a:xfrm>
            <a:off x="2286" y="4951476"/>
            <a:ext cx="9141714" cy="192024"/>
          </a:xfrm>
          <a:custGeom>
            <a:avLst/>
            <a:gdLst>
              <a:gd name="connsiteX0" fmla="*/ 8949770 w 12188952"/>
              <a:gd name="connsiteY0" fmla="*/ 0 h 233465"/>
              <a:gd name="connsiteX1" fmla="*/ 12188952 w 12188952"/>
              <a:gd name="connsiteY1" fmla="*/ 0 h 233465"/>
              <a:gd name="connsiteX2" fmla="*/ 12188952 w 12188952"/>
              <a:gd name="connsiteY2" fmla="*/ 114871 h 233465"/>
              <a:gd name="connsiteX3" fmla="*/ 12188952 w 12188952"/>
              <a:gd name="connsiteY3" fmla="*/ 169441 h 233465"/>
              <a:gd name="connsiteX4" fmla="*/ 12188952 w 12188952"/>
              <a:gd name="connsiteY4" fmla="*/ 233465 h 233465"/>
              <a:gd name="connsiteX5" fmla="*/ 9027859 w 12188952"/>
              <a:gd name="connsiteY5" fmla="*/ 233465 h 233465"/>
              <a:gd name="connsiteX6" fmla="*/ 1048596 w 12188952"/>
              <a:gd name="connsiteY6" fmla="*/ 233465 h 233465"/>
              <a:gd name="connsiteX7" fmla="*/ 33436 w 12188952"/>
              <a:gd name="connsiteY7" fmla="*/ 233465 h 233465"/>
              <a:gd name="connsiteX8" fmla="*/ 0 w 12188952"/>
              <a:gd name="connsiteY8" fmla="*/ 233465 h 233465"/>
              <a:gd name="connsiteX9" fmla="*/ 0 w 12188952"/>
              <a:gd name="connsiteY9" fmla="*/ 169375 h 233465"/>
              <a:gd name="connsiteX10" fmla="*/ 0 w 12188952"/>
              <a:gd name="connsiteY10" fmla="*/ 126232 h 233465"/>
              <a:gd name="connsiteX11" fmla="*/ 0 w 12188952"/>
              <a:gd name="connsiteY11" fmla="*/ 109891 h 233465"/>
              <a:gd name="connsiteX12" fmla="*/ 8695556 w 12188952"/>
              <a:gd name="connsiteY12" fmla="*/ 109891 h 233465"/>
              <a:gd name="connsiteX13" fmla="*/ 8949770 w 12188952"/>
              <a:gd name="connsiteY13" fmla="*/ 0 h 233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88952" h="233465">
                <a:moveTo>
                  <a:pt x="8949770" y="0"/>
                </a:moveTo>
                <a:lnTo>
                  <a:pt x="12188952" y="0"/>
                </a:lnTo>
                <a:lnTo>
                  <a:pt x="12188952" y="114871"/>
                </a:lnTo>
                <a:lnTo>
                  <a:pt x="12188952" y="169441"/>
                </a:lnTo>
                <a:lnTo>
                  <a:pt x="12188952" y="233465"/>
                </a:lnTo>
                <a:lnTo>
                  <a:pt x="9027859" y="233465"/>
                </a:lnTo>
                <a:lnTo>
                  <a:pt x="1048596" y="233465"/>
                </a:lnTo>
                <a:lnTo>
                  <a:pt x="33436" y="233465"/>
                </a:lnTo>
                <a:lnTo>
                  <a:pt x="0" y="233465"/>
                </a:lnTo>
                <a:lnTo>
                  <a:pt x="0" y="169375"/>
                </a:lnTo>
                <a:lnTo>
                  <a:pt x="0" y="126232"/>
                </a:lnTo>
                <a:lnTo>
                  <a:pt x="0" y="109891"/>
                </a:lnTo>
                <a:lnTo>
                  <a:pt x="8695556" y="109891"/>
                </a:lnTo>
                <a:lnTo>
                  <a:pt x="89497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5081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C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2C23E-987B-4ECE-951A-B72BC4F07594}"/>
              </a:ext>
            </a:extLst>
          </p:cNvPr>
          <p:cNvSpPr/>
          <p:nvPr/>
        </p:nvSpPr>
        <p:spPr>
          <a:xfrm>
            <a:off x="2286" y="3584122"/>
            <a:ext cx="144671" cy="1559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AA74EE3-6B87-4C31-993D-B8C6B06D3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82" y="3653972"/>
            <a:ext cx="44244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0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992F3403-9E0E-4B63-A839-BDA384B8E3C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836218" y="2049900"/>
            <a:ext cx="3840480" cy="2109013"/>
          </a:xfrm>
          <a:prstGeom prst="rect">
            <a:avLst/>
          </a:prstGeom>
          <a:ln w="9525">
            <a:gradFill>
              <a:gsLst>
                <a:gs pos="100000">
                  <a:schemeClr val="bg2"/>
                </a:gs>
                <a:gs pos="0">
                  <a:schemeClr val="tx1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lIns="0" tIns="0" rIns="0" bIns="548640" rtlCol="0" anchor="ctr">
            <a:noAutofit/>
          </a:bodyPr>
          <a:lstStyle>
            <a:lvl1pPr marL="0" indent="0" algn="ctr">
              <a:buFontTx/>
              <a:buNone/>
              <a:defRPr lang="en-US" sz="750" b="0" baseline="0">
                <a:solidFill>
                  <a:schemeClr val="accent3"/>
                </a:solidFill>
                <a:effectLst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picture icon to add image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BD43F86-E489-4FF1-B499-7BF132B537E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51368" y="2049899"/>
            <a:ext cx="3840480" cy="2114210"/>
          </a:xfrm>
          <a:prstGeom prst="rect">
            <a:avLst/>
          </a:prstGeom>
          <a:ln w="9525">
            <a:gradFill>
              <a:gsLst>
                <a:gs pos="100000">
                  <a:schemeClr val="bg2"/>
                </a:gs>
                <a:gs pos="0">
                  <a:schemeClr val="tx1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lIns="0" tIns="0" rIns="0" bIns="548640" rtlCol="0" anchor="ctr">
            <a:noAutofit/>
          </a:bodyPr>
          <a:lstStyle>
            <a:lvl1pPr marL="0" indent="0" algn="ctr">
              <a:buFontTx/>
              <a:buNone/>
              <a:defRPr lang="ko-KR" altLang="en-US" sz="750" baseline="0" dirty="0">
                <a:solidFill>
                  <a:schemeClr val="accent3"/>
                </a:solidFill>
                <a:effectLst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picture icon to add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A81C6-E459-47F8-BE7E-E79BDF03F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368" y="4294883"/>
            <a:ext cx="3840480" cy="480060"/>
          </a:xfrm>
        </p:spPr>
        <p:txBody>
          <a:bodyPr anchor="t" anchorCtr="0"/>
          <a:lstStyle>
            <a:lvl1pPr marL="0" indent="0" algn="ctr">
              <a:spcBef>
                <a:spcPts val="450"/>
              </a:spcBef>
              <a:buFontTx/>
              <a:buNone/>
              <a:defRPr sz="15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043761F-801C-479C-8752-C1BDEEBF98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1368" y="1697221"/>
            <a:ext cx="3840480" cy="260604"/>
          </a:xfrm>
        </p:spPr>
        <p:txBody>
          <a:bodyPr anchor="ctr" anchorCtr="0"/>
          <a:lstStyle>
            <a:lvl1pPr marL="0" indent="0" algn="ctr">
              <a:lnSpc>
                <a:spcPct val="85000"/>
              </a:lnSpc>
              <a:spcBef>
                <a:spcPts val="0"/>
              </a:spcBef>
              <a:buFontTx/>
              <a:buNone/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A54E21F-0B44-4E38-ACAA-0FDCCCC5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6218" y="1697221"/>
            <a:ext cx="3840480" cy="260604"/>
          </a:xfrm>
        </p:spPr>
        <p:txBody>
          <a:bodyPr vert="horz" lIns="0" tIns="0" rIns="0" bIns="0" rtlCol="0" anchor="ctr" anchorCtr="0">
            <a:noAutofit/>
          </a:bodyPr>
          <a:lstStyle>
            <a:lvl1pPr marL="257175" indent="-257175">
              <a:buFontTx/>
              <a:buNone/>
              <a:defRPr lang="en-US" sz="1500" b="1" dirty="0"/>
            </a:lvl1pPr>
          </a:lstStyle>
          <a:p>
            <a:pPr marL="0" lvl="0" indent="0" algn="ctr">
              <a:lnSpc>
                <a:spcPct val="85000"/>
              </a:lnSpc>
              <a:spcBef>
                <a:spcPts val="0"/>
              </a:spcBef>
              <a:buNone/>
            </a:pPr>
            <a:r>
              <a:rPr lang="en-US"/>
              <a:t>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3526DB-9535-4082-B91B-6B7BAEA14D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6218" y="4294883"/>
            <a:ext cx="3840480" cy="480060"/>
          </a:xfrm>
        </p:spPr>
        <p:txBody>
          <a:bodyPr/>
          <a:lstStyle>
            <a:lvl1pPr marL="0" indent="0" algn="ctr">
              <a:spcBef>
                <a:spcPts val="450"/>
              </a:spcBef>
              <a:buFontTx/>
              <a:buNone/>
              <a:defRPr sz="15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4810EA-6AC4-42A0-98B5-8E13D873B935}"/>
              </a:ext>
            </a:extLst>
          </p:cNvPr>
          <p:cNvSpPr/>
          <p:nvPr/>
        </p:nvSpPr>
        <p:spPr>
          <a:xfrm>
            <a:off x="0" y="2049899"/>
            <a:ext cx="391478" cy="21142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accent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ACC0E3-5E84-4BB5-8DA2-7D1265BD18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036D3AC-79C7-4664-A1E8-BBAF473E80C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0182" y="1278505"/>
            <a:ext cx="8023860" cy="228524"/>
          </a:xfrm>
          <a:noFill/>
        </p:spPr>
        <p:txBody>
          <a:bodyPr vert="horz" lIns="0" tIns="0" rIns="0" bIns="0" rtlCol="0" anchor="ctr" anchorCtr="0">
            <a:spAutoFit/>
          </a:bodyPr>
          <a:lstStyle>
            <a:lvl1pPr marL="0" indent="0" algn="ctr">
              <a:buFontTx/>
              <a:buNone/>
              <a:defRPr lang="en-US" sz="1650" dirty="0"/>
            </a:lvl1pPr>
          </a:lstStyle>
          <a:p>
            <a:pPr lvl="0"/>
            <a:r>
              <a:rPr lang="en-US"/>
              <a:t>Call out blurb</a:t>
            </a:r>
          </a:p>
        </p:txBody>
      </p:sp>
    </p:spTree>
    <p:extLst>
      <p:ext uri="{BB962C8B-B14F-4D97-AF65-F5344CB8AC3E}">
        <p14:creationId xmlns:p14="http://schemas.microsoft.com/office/powerpoint/2010/main" val="121379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FDC2C7D-9956-4404-BBE2-0008FE2DFC81}"/>
              </a:ext>
            </a:extLst>
          </p:cNvPr>
          <p:cNvGrpSpPr/>
          <p:nvPr/>
        </p:nvGrpSpPr>
        <p:grpSpPr>
          <a:xfrm>
            <a:off x="1143" y="4965192"/>
            <a:ext cx="9141714" cy="178308"/>
            <a:chOff x="0" y="6620256"/>
            <a:chExt cx="12188952" cy="23774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C90A3D-3A78-4594-9E09-56B2118B5D02}"/>
                </a:ext>
              </a:extLst>
            </p:cNvPr>
            <p:cNvSpPr/>
            <p:nvPr userDrawn="1"/>
          </p:nvSpPr>
          <p:spPr>
            <a:xfrm>
              <a:off x="0" y="6624535"/>
              <a:ext cx="12188952" cy="233465"/>
            </a:xfrm>
            <a:custGeom>
              <a:avLst/>
              <a:gdLst>
                <a:gd name="connsiteX0" fmla="*/ 8949770 w 11969877"/>
                <a:gd name="connsiteY0" fmla="*/ 0 h 233465"/>
                <a:gd name="connsiteX1" fmla="*/ 11969877 w 11969877"/>
                <a:gd name="connsiteY1" fmla="*/ 0 h 233465"/>
                <a:gd name="connsiteX2" fmla="*/ 11969877 w 11969877"/>
                <a:gd name="connsiteY2" fmla="*/ 233465 h 233465"/>
                <a:gd name="connsiteX3" fmla="*/ 9027859 w 11969877"/>
                <a:gd name="connsiteY3" fmla="*/ 233465 h 233465"/>
                <a:gd name="connsiteX4" fmla="*/ 1048596 w 11969877"/>
                <a:gd name="connsiteY4" fmla="*/ 233465 h 233465"/>
                <a:gd name="connsiteX5" fmla="*/ 33436 w 11969877"/>
                <a:gd name="connsiteY5" fmla="*/ 233465 h 233465"/>
                <a:gd name="connsiteX6" fmla="*/ 0 w 11969877"/>
                <a:gd name="connsiteY6" fmla="*/ 233465 h 233465"/>
                <a:gd name="connsiteX7" fmla="*/ 0 w 11969877"/>
                <a:gd name="connsiteY7" fmla="*/ 169375 h 233465"/>
                <a:gd name="connsiteX8" fmla="*/ 0 w 11969877"/>
                <a:gd name="connsiteY8" fmla="*/ 126232 h 233465"/>
                <a:gd name="connsiteX9" fmla="*/ 0 w 11969877"/>
                <a:gd name="connsiteY9" fmla="*/ 109891 h 233465"/>
                <a:gd name="connsiteX10" fmla="*/ 8695556 w 11969877"/>
                <a:gd name="connsiteY10" fmla="*/ 109891 h 233465"/>
                <a:gd name="connsiteX11" fmla="*/ 8949770 w 11969877"/>
                <a:gd name="connsiteY11" fmla="*/ 0 h 233465"/>
                <a:gd name="connsiteX0" fmla="*/ 8949770 w 11969877"/>
                <a:gd name="connsiteY0" fmla="*/ 0 h 233465"/>
                <a:gd name="connsiteX1" fmla="*/ 11969877 w 11969877"/>
                <a:gd name="connsiteY1" fmla="*/ 0 h 233465"/>
                <a:gd name="connsiteX2" fmla="*/ 11969877 w 11969877"/>
                <a:gd name="connsiteY2" fmla="*/ 233465 h 233465"/>
                <a:gd name="connsiteX3" fmla="*/ 9027859 w 11969877"/>
                <a:gd name="connsiteY3" fmla="*/ 233465 h 233465"/>
                <a:gd name="connsiteX4" fmla="*/ 1048596 w 11969877"/>
                <a:gd name="connsiteY4" fmla="*/ 233465 h 233465"/>
                <a:gd name="connsiteX5" fmla="*/ 33436 w 11969877"/>
                <a:gd name="connsiteY5" fmla="*/ 233465 h 233465"/>
                <a:gd name="connsiteX6" fmla="*/ 0 w 11969877"/>
                <a:gd name="connsiteY6" fmla="*/ 233465 h 233465"/>
                <a:gd name="connsiteX7" fmla="*/ 0 w 11969877"/>
                <a:gd name="connsiteY7" fmla="*/ 169375 h 233465"/>
                <a:gd name="connsiteX8" fmla="*/ 0 w 11969877"/>
                <a:gd name="connsiteY8" fmla="*/ 126232 h 233465"/>
                <a:gd name="connsiteX9" fmla="*/ 0 w 11969877"/>
                <a:gd name="connsiteY9" fmla="*/ 109891 h 233465"/>
                <a:gd name="connsiteX10" fmla="*/ 8708028 w 11969877"/>
                <a:gd name="connsiteY10" fmla="*/ 141641 h 233465"/>
                <a:gd name="connsiteX11" fmla="*/ 8949770 w 11969877"/>
                <a:gd name="connsiteY11" fmla="*/ 0 h 233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969877" h="233465">
                  <a:moveTo>
                    <a:pt x="8949770" y="0"/>
                  </a:moveTo>
                  <a:lnTo>
                    <a:pt x="11969877" y="0"/>
                  </a:lnTo>
                  <a:lnTo>
                    <a:pt x="11969877" y="233465"/>
                  </a:lnTo>
                  <a:lnTo>
                    <a:pt x="9027859" y="233465"/>
                  </a:lnTo>
                  <a:lnTo>
                    <a:pt x="1048596" y="233465"/>
                  </a:lnTo>
                  <a:lnTo>
                    <a:pt x="33436" y="233465"/>
                  </a:lnTo>
                  <a:lnTo>
                    <a:pt x="0" y="233465"/>
                  </a:lnTo>
                  <a:lnTo>
                    <a:pt x="0" y="169375"/>
                  </a:lnTo>
                  <a:lnTo>
                    <a:pt x="0" y="126232"/>
                  </a:lnTo>
                  <a:lnTo>
                    <a:pt x="0" y="109891"/>
                  </a:lnTo>
                  <a:lnTo>
                    <a:pt x="8708028" y="141641"/>
                  </a:lnTo>
                  <a:lnTo>
                    <a:pt x="894977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2266BF2-EEA7-4B84-9601-A6305B468FE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655" y="6620256"/>
              <a:ext cx="545655" cy="237744"/>
            </a:xfrm>
            <a:custGeom>
              <a:avLst/>
              <a:gdLst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3" fmla="*/ 0 w 1790700"/>
                <a:gd name="connsiteY3" fmla="*/ 0 h 3086100"/>
                <a:gd name="connsiteX4" fmla="*/ 19050 w 1790700"/>
                <a:gd name="connsiteY4" fmla="*/ 38100 h 3086100"/>
                <a:gd name="connsiteX5" fmla="*/ 19050 w 1790700"/>
                <a:gd name="connsiteY5" fmla="*/ 57150 h 3086100"/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3" fmla="*/ 0 w 1790700"/>
                <a:gd name="connsiteY3" fmla="*/ 0 h 3086100"/>
                <a:gd name="connsiteX4" fmla="*/ 19050 w 1790700"/>
                <a:gd name="connsiteY4" fmla="*/ 38100 h 3086100"/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3" fmla="*/ 0 w 1790700"/>
                <a:gd name="connsiteY3" fmla="*/ 0 h 3086100"/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0" fmla="*/ 0 w 1733550"/>
                <a:gd name="connsiteY0" fmla="*/ 0 h 3086100"/>
                <a:gd name="connsiteX1" fmla="*/ 1733550 w 1733550"/>
                <a:gd name="connsiteY1" fmla="*/ 3086100 h 3086100"/>
                <a:gd name="connsiteX2" fmla="*/ 613087 w 1733550"/>
                <a:gd name="connsiteY2" fmla="*/ 3077523 h 3086100"/>
                <a:gd name="connsiteX0" fmla="*/ 245654 w 1120463"/>
                <a:gd name="connsiteY0" fmla="*/ 0 h 1525705"/>
                <a:gd name="connsiteX1" fmla="*/ 1120463 w 1120463"/>
                <a:gd name="connsiteY1" fmla="*/ 1525705 h 1525705"/>
                <a:gd name="connsiteX2" fmla="*/ 0 w 1120463"/>
                <a:gd name="connsiteY2" fmla="*/ 1517128 h 1525705"/>
                <a:gd name="connsiteX0" fmla="*/ 811167 w 1120463"/>
                <a:gd name="connsiteY0" fmla="*/ 0 h 1211531"/>
                <a:gd name="connsiteX1" fmla="*/ 1120463 w 1120463"/>
                <a:gd name="connsiteY1" fmla="*/ 1211531 h 1211531"/>
                <a:gd name="connsiteX2" fmla="*/ 0 w 1120463"/>
                <a:gd name="connsiteY2" fmla="*/ 1202954 h 1211531"/>
                <a:gd name="connsiteX0" fmla="*/ 874002 w 1183298"/>
                <a:gd name="connsiteY0" fmla="*/ 0 h 1213426"/>
                <a:gd name="connsiteX1" fmla="*/ 1183298 w 1183298"/>
                <a:gd name="connsiteY1" fmla="*/ 1211531 h 1213426"/>
                <a:gd name="connsiteX2" fmla="*/ 0 w 1183298"/>
                <a:gd name="connsiteY2" fmla="*/ 1213426 h 1213426"/>
                <a:gd name="connsiteX0" fmla="*/ 857693 w 1166989"/>
                <a:gd name="connsiteY0" fmla="*/ 0 h 1213426"/>
                <a:gd name="connsiteX1" fmla="*/ 1166989 w 1166989"/>
                <a:gd name="connsiteY1" fmla="*/ 1211531 h 1213426"/>
                <a:gd name="connsiteX2" fmla="*/ 0 w 1166989"/>
                <a:gd name="connsiteY2" fmla="*/ 1213426 h 1213426"/>
                <a:gd name="connsiteX0" fmla="*/ 1062735 w 1166989"/>
                <a:gd name="connsiteY0" fmla="*/ 0 h 857667"/>
                <a:gd name="connsiteX1" fmla="*/ 1166989 w 1166989"/>
                <a:gd name="connsiteY1" fmla="*/ 855772 h 857667"/>
                <a:gd name="connsiteX2" fmla="*/ 0 w 1166989"/>
                <a:gd name="connsiteY2" fmla="*/ 857667 h 857667"/>
                <a:gd name="connsiteX0" fmla="*/ 1037104 w 1166989"/>
                <a:gd name="connsiteY0" fmla="*/ 0 h 928818"/>
                <a:gd name="connsiteX1" fmla="*/ 1166989 w 1166989"/>
                <a:gd name="connsiteY1" fmla="*/ 926923 h 928818"/>
                <a:gd name="connsiteX2" fmla="*/ 0 w 1166989"/>
                <a:gd name="connsiteY2" fmla="*/ 928818 h 928818"/>
                <a:gd name="connsiteX0" fmla="*/ 1037104 w 1037104"/>
                <a:gd name="connsiteY0" fmla="*/ 0 h 962499"/>
                <a:gd name="connsiteX1" fmla="*/ 791077 w 1037104"/>
                <a:gd name="connsiteY1" fmla="*/ 962499 h 962499"/>
                <a:gd name="connsiteX2" fmla="*/ 0 w 1037104"/>
                <a:gd name="connsiteY2" fmla="*/ 928818 h 962499"/>
                <a:gd name="connsiteX0" fmla="*/ 1037104 w 1037104"/>
                <a:gd name="connsiteY0" fmla="*/ 0 h 962499"/>
                <a:gd name="connsiteX1" fmla="*/ 791077 w 1037104"/>
                <a:gd name="connsiteY1" fmla="*/ 962499 h 962499"/>
                <a:gd name="connsiteX2" fmla="*/ 0 w 1037104"/>
                <a:gd name="connsiteY2" fmla="*/ 955031 h 962499"/>
                <a:gd name="connsiteX0" fmla="*/ 1046547 w 1046547"/>
                <a:gd name="connsiteY0" fmla="*/ 0 h 949391"/>
                <a:gd name="connsiteX1" fmla="*/ 791077 w 1046547"/>
                <a:gd name="connsiteY1" fmla="*/ 949391 h 949391"/>
                <a:gd name="connsiteX2" fmla="*/ 0 w 1046547"/>
                <a:gd name="connsiteY2" fmla="*/ 941923 h 94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6547" h="949391">
                  <a:moveTo>
                    <a:pt x="1046547" y="0"/>
                  </a:moveTo>
                  <a:lnTo>
                    <a:pt x="791077" y="949391"/>
                  </a:lnTo>
                  <a:lnTo>
                    <a:pt x="0" y="941923"/>
                  </a:lnTo>
                </a:path>
              </a:pathLst>
            </a:custGeom>
            <a:gradFill>
              <a:gsLst>
                <a:gs pos="35000">
                  <a:srgbClr val="6CC04A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A4D7EE-4EB9-47BD-B3ED-302482087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 – keep it brief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7891CA3-52AD-419D-A88D-D02C97EA2FDB}"/>
              </a:ext>
            </a:extLst>
          </p:cNvPr>
          <p:cNvSpPr/>
          <p:nvPr/>
        </p:nvSpPr>
        <p:spPr>
          <a:xfrm>
            <a:off x="2286" y="4882896"/>
            <a:ext cx="9141714" cy="192024"/>
          </a:xfrm>
          <a:custGeom>
            <a:avLst/>
            <a:gdLst>
              <a:gd name="connsiteX0" fmla="*/ 8949770 w 12188952"/>
              <a:gd name="connsiteY0" fmla="*/ 0 h 233465"/>
              <a:gd name="connsiteX1" fmla="*/ 12188952 w 12188952"/>
              <a:gd name="connsiteY1" fmla="*/ 0 h 233465"/>
              <a:gd name="connsiteX2" fmla="*/ 12188952 w 12188952"/>
              <a:gd name="connsiteY2" fmla="*/ 114871 h 233465"/>
              <a:gd name="connsiteX3" fmla="*/ 12188952 w 12188952"/>
              <a:gd name="connsiteY3" fmla="*/ 169441 h 233465"/>
              <a:gd name="connsiteX4" fmla="*/ 12188952 w 12188952"/>
              <a:gd name="connsiteY4" fmla="*/ 233465 h 233465"/>
              <a:gd name="connsiteX5" fmla="*/ 9027859 w 12188952"/>
              <a:gd name="connsiteY5" fmla="*/ 233465 h 233465"/>
              <a:gd name="connsiteX6" fmla="*/ 1048596 w 12188952"/>
              <a:gd name="connsiteY6" fmla="*/ 233465 h 233465"/>
              <a:gd name="connsiteX7" fmla="*/ 33436 w 12188952"/>
              <a:gd name="connsiteY7" fmla="*/ 233465 h 233465"/>
              <a:gd name="connsiteX8" fmla="*/ 0 w 12188952"/>
              <a:gd name="connsiteY8" fmla="*/ 233465 h 233465"/>
              <a:gd name="connsiteX9" fmla="*/ 0 w 12188952"/>
              <a:gd name="connsiteY9" fmla="*/ 169375 h 233465"/>
              <a:gd name="connsiteX10" fmla="*/ 0 w 12188952"/>
              <a:gd name="connsiteY10" fmla="*/ 126232 h 233465"/>
              <a:gd name="connsiteX11" fmla="*/ 0 w 12188952"/>
              <a:gd name="connsiteY11" fmla="*/ 109891 h 233465"/>
              <a:gd name="connsiteX12" fmla="*/ 8695556 w 12188952"/>
              <a:gd name="connsiteY12" fmla="*/ 109891 h 233465"/>
              <a:gd name="connsiteX13" fmla="*/ 8949770 w 12188952"/>
              <a:gd name="connsiteY13" fmla="*/ 0 h 233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88952" h="233465">
                <a:moveTo>
                  <a:pt x="8949770" y="0"/>
                </a:moveTo>
                <a:lnTo>
                  <a:pt x="12188952" y="0"/>
                </a:lnTo>
                <a:lnTo>
                  <a:pt x="12188952" y="114871"/>
                </a:lnTo>
                <a:lnTo>
                  <a:pt x="12188952" y="169441"/>
                </a:lnTo>
                <a:lnTo>
                  <a:pt x="12188952" y="233465"/>
                </a:lnTo>
                <a:lnTo>
                  <a:pt x="9027859" y="233465"/>
                </a:lnTo>
                <a:lnTo>
                  <a:pt x="1048596" y="233465"/>
                </a:lnTo>
                <a:lnTo>
                  <a:pt x="33436" y="233465"/>
                </a:lnTo>
                <a:lnTo>
                  <a:pt x="0" y="233465"/>
                </a:lnTo>
                <a:lnTo>
                  <a:pt x="0" y="169375"/>
                </a:lnTo>
                <a:lnTo>
                  <a:pt x="0" y="126232"/>
                </a:lnTo>
                <a:lnTo>
                  <a:pt x="0" y="109891"/>
                </a:lnTo>
                <a:lnTo>
                  <a:pt x="8695556" y="109891"/>
                </a:lnTo>
                <a:lnTo>
                  <a:pt x="89497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5081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rPr>
              <a:t>\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5DF2EEF-1BAC-4B20-8913-75BDE2CA9EC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8675370" y="4975491"/>
            <a:ext cx="339619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700"/>
            </a:lvl1pPr>
          </a:lstStyle>
          <a:p>
            <a:pPr marL="0" marR="0" lvl="0" indent="0" algn="r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874BA-B114-4D1F-A449-70AD1C45E88A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ea typeface="MS PGothic" pitchFamily="34" charset="-128"/>
              </a:rPr>
              <a:pPr marL="0" marR="0" lvl="0" indent="0" algn="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ea typeface="MS PGothic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D1A75-0B7B-4C63-BB42-B08A8AAB7376}"/>
              </a:ext>
            </a:extLst>
          </p:cNvPr>
          <p:cNvSpPr/>
          <p:nvPr/>
        </p:nvSpPr>
        <p:spPr>
          <a:xfrm>
            <a:off x="372487" y="292058"/>
            <a:ext cx="716672" cy="34289"/>
          </a:xfrm>
          <a:prstGeom prst="rect">
            <a:avLst/>
          </a:prstGeom>
          <a:solidFill>
            <a:srgbClr val="5AB7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5"/>
          </a:p>
        </p:txBody>
      </p:sp>
    </p:spTree>
    <p:extLst>
      <p:ext uri="{BB962C8B-B14F-4D97-AF65-F5344CB8AC3E}">
        <p14:creationId xmlns:p14="http://schemas.microsoft.com/office/powerpoint/2010/main" val="378336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510773" y="578514"/>
            <a:ext cx="6858000" cy="549029"/>
          </a:xfrm>
        </p:spPr>
        <p:txBody>
          <a:bodyPr anchor="b">
            <a:normAutofit/>
          </a:bodyPr>
          <a:lstStyle>
            <a:lvl1pPr algn="l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510773" y="1057698"/>
            <a:ext cx="6858000" cy="215292"/>
          </a:xfrm>
        </p:spPr>
        <p:txBody>
          <a:bodyPr>
            <a:normAutofit/>
          </a:bodyPr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 descr="A black background with text&#10;&#10;Description automatically generated">
            <a:extLst>
              <a:ext uri="{FF2B5EF4-FFF2-40B4-BE49-F238E27FC236}">
                <a16:creationId xmlns:a16="http://schemas.microsoft.com/office/drawing/2014/main" id="{1A5BE7D6-2B41-CD8B-11EE-C703235F7C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77" y="4810055"/>
            <a:ext cx="796636" cy="276433"/>
          </a:xfrm>
          <a:prstGeom prst="rect">
            <a:avLst/>
          </a:prstGeom>
        </p:spPr>
      </p:pic>
      <p:sp>
        <p:nvSpPr>
          <p:cNvPr id="3" name="Shape 2404">
            <a:extLst>
              <a:ext uri="{FF2B5EF4-FFF2-40B4-BE49-F238E27FC236}">
                <a16:creationId xmlns:a16="http://schemas.microsoft.com/office/drawing/2014/main" id="{709921F4-24CA-AB20-3B94-F7888DEEECDB}"/>
              </a:ext>
            </a:extLst>
          </p:cNvPr>
          <p:cNvSpPr/>
          <p:nvPr/>
        </p:nvSpPr>
        <p:spPr>
          <a:xfrm>
            <a:off x="483219" y="663542"/>
            <a:ext cx="8087452" cy="0"/>
          </a:xfrm>
          <a:prstGeom prst="line">
            <a:avLst/>
          </a:prstGeom>
          <a:ln w="12700">
            <a:solidFill>
              <a:srgbClr val="A9AFBA"/>
            </a:solidFill>
            <a:miter lim="400000"/>
          </a:ln>
        </p:spPr>
        <p:txBody>
          <a:bodyPr lIns="19051" tIns="19051" rIns="19051" bIns="19051" anchor="ctr"/>
          <a:lstStyle/>
          <a:p>
            <a:pPr>
              <a:defRPr sz="3200"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70449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888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384">
          <p15:clr>
            <a:srgbClr val="FBAE40"/>
          </p15:clr>
        </p15:guide>
        <p15:guide id="6" pos="7296">
          <p15:clr>
            <a:srgbClr val="FBAE40"/>
          </p15:clr>
        </p15:guide>
        <p15:guide id="7" orient="horz" pos="403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-third/Two-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1C446A1-265A-4DAE-946F-92FDA59633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6244" y="1136165"/>
            <a:ext cx="2668191" cy="3525012"/>
          </a:xfrm>
          <a:ln>
            <a:solidFill>
              <a:schemeClr val="bg2"/>
            </a:solidFill>
          </a:ln>
        </p:spPr>
        <p:txBody>
          <a:bodyPr bIns="731520" anchor="ctr" anchorCtr="0"/>
          <a:lstStyle>
            <a:lvl1pPr marL="0" indent="0" algn="ctr">
              <a:buFontTx/>
              <a:buNone/>
              <a:defRPr sz="135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FB4FC-DBF3-4C25-B966-AEA10F97ECFF}"/>
              </a:ext>
            </a:extLst>
          </p:cNvPr>
          <p:cNvSpPr/>
          <p:nvPr userDrawn="1"/>
        </p:nvSpPr>
        <p:spPr>
          <a:xfrm>
            <a:off x="0" y="1131999"/>
            <a:ext cx="383609" cy="3533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s-PE" sz="1406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3441120" y="1136165"/>
            <a:ext cx="5301710" cy="3525012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b="0" dirty="0"/>
            </a:lvl2pPr>
            <a:lvl3pPr>
              <a:defRPr lang="en-US" b="0" dirty="0"/>
            </a:lvl3pPr>
            <a:lvl4pPr>
              <a:defRPr lang="en-US" b="0" dirty="0"/>
            </a:lvl4pPr>
            <a:lvl5pPr>
              <a:defRPr lang="en-US" b="0" dirty="0"/>
            </a:lvl5pPr>
          </a:lstStyle>
          <a:p>
            <a:pPr lvl="0"/>
            <a:r>
              <a:rPr lang="en-US"/>
              <a:t>Add text</a:t>
            </a:r>
          </a:p>
          <a:p>
            <a:pPr marL="493776" lvl="1" indent="-203771"/>
            <a:r>
              <a:rPr lang="en-US"/>
              <a:t>Second level</a:t>
            </a:r>
          </a:p>
          <a:p>
            <a:pPr marL="685800" lvl="2" indent="-157734"/>
            <a:r>
              <a:rPr lang="en-US"/>
              <a:t>Third level</a:t>
            </a:r>
          </a:p>
          <a:p>
            <a:pPr marL="898398" lvl="3" indent="-157734"/>
            <a:r>
              <a:rPr lang="en-US"/>
              <a:t>Fourth level</a:t>
            </a:r>
          </a:p>
          <a:p>
            <a:pPr marL="1083564" lvl="4" indent="-137160"/>
            <a:r>
              <a:rPr lang="en-US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 userDrawn="1">
            <p:ph type="title" hasCustomPrompt="1"/>
          </p:nvPr>
        </p:nvSpPr>
        <p:spPr/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add title – keep it brief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C10FBDB-41E4-496C-8570-6220B8FEEEEC}"/>
              </a:ext>
            </a:extLst>
          </p:cNvPr>
          <p:cNvSpPr/>
          <p:nvPr userDrawn="1"/>
        </p:nvSpPr>
        <p:spPr>
          <a:xfrm flipH="1" flipV="1">
            <a:off x="3218136" y="1331629"/>
            <a:ext cx="144140" cy="149030"/>
          </a:xfrm>
          <a:custGeom>
            <a:avLst/>
            <a:gdLst>
              <a:gd name="connsiteX0" fmla="*/ 184242 w 192186"/>
              <a:gd name="connsiteY0" fmla="*/ 198707 h 198707"/>
              <a:gd name="connsiteX1" fmla="*/ 0 w 192186"/>
              <a:gd name="connsiteY1" fmla="*/ 198707 h 198707"/>
              <a:gd name="connsiteX2" fmla="*/ 192186 w 192186"/>
              <a:gd name="connsiteY2" fmla="*/ 0 h 198707"/>
              <a:gd name="connsiteX3" fmla="*/ 192186 w 192186"/>
              <a:gd name="connsiteY3" fmla="*/ 190494 h 198707"/>
              <a:gd name="connsiteX4" fmla="*/ 184242 w 192186"/>
              <a:gd name="connsiteY4" fmla="*/ 198707 h 19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186" h="198707">
                <a:moveTo>
                  <a:pt x="184242" y="198707"/>
                </a:moveTo>
                <a:lnTo>
                  <a:pt x="0" y="198707"/>
                </a:lnTo>
                <a:lnTo>
                  <a:pt x="192186" y="0"/>
                </a:lnTo>
                <a:lnTo>
                  <a:pt x="192186" y="190494"/>
                </a:lnTo>
                <a:lnTo>
                  <a:pt x="184242" y="198707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406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9AA358-93D1-4A98-8192-5C6848FF5637}"/>
              </a:ext>
            </a:extLst>
          </p:cNvPr>
          <p:cNvGrpSpPr/>
          <p:nvPr userDrawn="1"/>
        </p:nvGrpSpPr>
        <p:grpSpPr>
          <a:xfrm flipH="1" flipV="1">
            <a:off x="3141086" y="1693650"/>
            <a:ext cx="114206" cy="2970514"/>
            <a:chOff x="5814441" y="100216"/>
            <a:chExt cx="152274" cy="3960685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00F9B5-D11A-42C7-A085-B7347EFF12EA}"/>
                </a:ext>
              </a:extLst>
            </p:cNvPr>
            <p:cNvSpPr/>
            <p:nvPr userDrawn="1"/>
          </p:nvSpPr>
          <p:spPr>
            <a:xfrm rot="5400000" flipH="1">
              <a:off x="4300442" y="1617453"/>
              <a:ext cx="3168650" cy="140652"/>
            </a:xfrm>
            <a:custGeom>
              <a:avLst/>
              <a:gdLst>
                <a:gd name="connsiteX0" fmla="*/ 0 w 3168650"/>
                <a:gd name="connsiteY0" fmla="*/ 140653 h 140652"/>
                <a:gd name="connsiteX1" fmla="*/ 143446 w 3168650"/>
                <a:gd name="connsiteY1" fmla="*/ 0 h 140652"/>
                <a:gd name="connsiteX2" fmla="*/ 3168650 w 3168650"/>
                <a:gd name="connsiteY2" fmla="*/ 0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8650" h="140652">
                  <a:moveTo>
                    <a:pt x="0" y="140653"/>
                  </a:moveTo>
                  <a:lnTo>
                    <a:pt x="143446" y="0"/>
                  </a:lnTo>
                  <a:lnTo>
                    <a:pt x="3168650" y="0"/>
                  </a:lnTo>
                </a:path>
              </a:pathLst>
            </a:custGeom>
            <a:noFill/>
            <a:ln w="317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EC9204-FD4F-4CE8-91AF-DE8DF44443BF}"/>
                </a:ext>
              </a:extLst>
            </p:cNvPr>
            <p:cNvSpPr/>
            <p:nvPr userDrawn="1"/>
          </p:nvSpPr>
          <p:spPr>
            <a:xfrm rot="5400000" flipH="1">
              <a:off x="5894038" y="42209"/>
              <a:ext cx="6350" cy="122364"/>
            </a:xfrm>
            <a:custGeom>
              <a:avLst/>
              <a:gdLst>
                <a:gd name="connsiteX0" fmla="*/ 0 w 6350"/>
                <a:gd name="connsiteY0" fmla="*/ 122364 h 122364"/>
                <a:gd name="connsiteX1" fmla="*/ 0 w 6350"/>
                <a:gd name="connsiteY1" fmla="*/ 0 h 122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22364">
                  <a:moveTo>
                    <a:pt x="0" y="122364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6FBE4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2B22EF-7194-4330-9499-C535CE0BFFB9}"/>
                </a:ext>
              </a:extLst>
            </p:cNvPr>
            <p:cNvSpPr/>
            <p:nvPr userDrawn="1"/>
          </p:nvSpPr>
          <p:spPr>
            <a:xfrm rot="5400000" flipH="1">
              <a:off x="5839080" y="187847"/>
              <a:ext cx="43688" cy="43687"/>
            </a:xfrm>
            <a:custGeom>
              <a:avLst/>
              <a:gdLst>
                <a:gd name="connsiteX0" fmla="*/ 0 w 43688"/>
                <a:gd name="connsiteY0" fmla="*/ 0 h 43687"/>
                <a:gd name="connsiteX1" fmla="*/ 43688 w 43688"/>
                <a:gd name="connsiteY1" fmla="*/ 0 h 43687"/>
                <a:gd name="connsiteX2" fmla="*/ 43688 w 43688"/>
                <a:gd name="connsiteY2" fmla="*/ 43688 h 43687"/>
                <a:gd name="connsiteX3" fmla="*/ 0 w 43688"/>
                <a:gd name="connsiteY3" fmla="*/ 43688 h 43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88" h="43687">
                  <a:moveTo>
                    <a:pt x="0" y="0"/>
                  </a:moveTo>
                  <a:lnTo>
                    <a:pt x="43688" y="0"/>
                  </a:lnTo>
                  <a:lnTo>
                    <a:pt x="43688" y="43688"/>
                  </a:lnTo>
                  <a:lnTo>
                    <a:pt x="0" y="43688"/>
                  </a:lnTo>
                  <a:close/>
                </a:path>
              </a:pathLst>
            </a:custGeom>
            <a:noFill/>
            <a:ln w="3175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51B48D0-28E6-4566-AC8C-8BCA46B8EB71}"/>
                </a:ext>
              </a:extLst>
            </p:cNvPr>
            <p:cNvSpPr/>
            <p:nvPr userDrawn="1"/>
          </p:nvSpPr>
          <p:spPr>
            <a:xfrm rot="5400000" flipH="1">
              <a:off x="5824887" y="232582"/>
              <a:ext cx="254063" cy="6350"/>
            </a:xfrm>
            <a:custGeom>
              <a:avLst/>
              <a:gdLst>
                <a:gd name="connsiteX0" fmla="*/ 0 w 254063"/>
                <a:gd name="connsiteY0" fmla="*/ 0 h 6350"/>
                <a:gd name="connsiteX1" fmla="*/ 254064 w 25406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4063" h="6350">
                  <a:moveTo>
                    <a:pt x="0" y="0"/>
                  </a:moveTo>
                  <a:lnTo>
                    <a:pt x="254064" y="0"/>
                  </a:lnTo>
                </a:path>
              </a:pathLst>
            </a:custGeom>
            <a:ln w="19050" cap="flat">
              <a:solidFill>
                <a:srgbClr val="6FBE4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Graphic 42">
              <a:extLst>
                <a:ext uri="{FF2B5EF4-FFF2-40B4-BE49-F238E27FC236}">
                  <a16:creationId xmlns:a16="http://schemas.microsoft.com/office/drawing/2014/main" id="{C6B1C5CA-41F1-4426-98F4-3E4AF7A60900}"/>
                </a:ext>
              </a:extLst>
            </p:cNvPr>
            <p:cNvGrpSpPr/>
            <p:nvPr userDrawn="1"/>
          </p:nvGrpSpPr>
          <p:grpSpPr>
            <a:xfrm rot="5400000" flipH="1">
              <a:off x="5485925" y="3580111"/>
              <a:ext cx="895032" cy="66548"/>
              <a:chOff x="7926578" y="441451"/>
              <a:chExt cx="895032" cy="66548"/>
            </a:xfrm>
            <a:solidFill>
              <a:srgbClr val="75BF43">
                <a:alpha val="57000"/>
              </a:srgbClr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315CD34-8FD2-4C9B-AC92-65F0686FC794}"/>
                  </a:ext>
                </a:extLst>
              </p:cNvPr>
              <p:cNvSpPr/>
              <p:nvPr/>
            </p:nvSpPr>
            <p:spPr>
              <a:xfrm>
                <a:off x="8479726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DBB9E60F-7FEA-4986-9593-FE7C2A7A0BEE}"/>
                  </a:ext>
                </a:extLst>
              </p:cNvPr>
              <p:cNvSpPr/>
              <p:nvPr/>
            </p:nvSpPr>
            <p:spPr>
              <a:xfrm>
                <a:off x="8437181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CF87503-2F47-4241-B16F-609CDF979EF7}"/>
                  </a:ext>
                </a:extLst>
              </p:cNvPr>
              <p:cNvSpPr/>
              <p:nvPr/>
            </p:nvSpPr>
            <p:spPr>
              <a:xfrm>
                <a:off x="8394636" y="441451"/>
                <a:ext cx="89281" cy="66548"/>
              </a:xfrm>
              <a:custGeom>
                <a:avLst/>
                <a:gdLst>
                  <a:gd name="connsiteX0" fmla="*/ 68707 w 89281"/>
                  <a:gd name="connsiteY0" fmla="*/ 0 h 66548"/>
                  <a:gd name="connsiteX1" fmla="*/ 0 w 89281"/>
                  <a:gd name="connsiteY1" fmla="*/ 66548 h 66548"/>
                  <a:gd name="connsiteX2" fmla="*/ 20574 w 89281"/>
                  <a:gd name="connsiteY2" fmla="*/ 66548 h 66548"/>
                  <a:gd name="connsiteX3" fmla="*/ 89281 w 89281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1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31AE9E1-0D40-477D-B828-7B485AA8FEBE}"/>
                  </a:ext>
                </a:extLst>
              </p:cNvPr>
              <p:cNvSpPr/>
              <p:nvPr/>
            </p:nvSpPr>
            <p:spPr>
              <a:xfrm>
                <a:off x="8352091" y="441451"/>
                <a:ext cx="89280" cy="66548"/>
              </a:xfrm>
              <a:custGeom>
                <a:avLst/>
                <a:gdLst>
                  <a:gd name="connsiteX0" fmla="*/ 68707 w 89280"/>
                  <a:gd name="connsiteY0" fmla="*/ 0 h 66548"/>
                  <a:gd name="connsiteX1" fmla="*/ 0 w 89280"/>
                  <a:gd name="connsiteY1" fmla="*/ 66548 h 66548"/>
                  <a:gd name="connsiteX2" fmla="*/ 20574 w 89280"/>
                  <a:gd name="connsiteY2" fmla="*/ 66548 h 66548"/>
                  <a:gd name="connsiteX3" fmla="*/ 89281 w 89280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0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525459E-750F-4BD8-80DD-701FC6FAF98D}"/>
                  </a:ext>
                </a:extLst>
              </p:cNvPr>
              <p:cNvSpPr/>
              <p:nvPr/>
            </p:nvSpPr>
            <p:spPr>
              <a:xfrm>
                <a:off x="8139303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895DC87E-6E80-4FCF-AA30-E2B8D5E5BDC7}"/>
                  </a:ext>
                </a:extLst>
              </p:cNvPr>
              <p:cNvSpPr/>
              <p:nvPr/>
            </p:nvSpPr>
            <p:spPr>
              <a:xfrm>
                <a:off x="8181847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9B0C054-0F13-42F8-B62B-6829F5EB2EE0}"/>
                  </a:ext>
                </a:extLst>
              </p:cNvPr>
              <p:cNvSpPr/>
              <p:nvPr/>
            </p:nvSpPr>
            <p:spPr>
              <a:xfrm>
                <a:off x="8267001" y="441451"/>
                <a:ext cx="89280" cy="66548"/>
              </a:xfrm>
              <a:custGeom>
                <a:avLst/>
                <a:gdLst>
                  <a:gd name="connsiteX0" fmla="*/ 68643 w 89280"/>
                  <a:gd name="connsiteY0" fmla="*/ 0 h 66548"/>
                  <a:gd name="connsiteX1" fmla="*/ 0 w 89280"/>
                  <a:gd name="connsiteY1" fmla="*/ 66548 h 66548"/>
                  <a:gd name="connsiteX2" fmla="*/ 20574 w 89280"/>
                  <a:gd name="connsiteY2" fmla="*/ 66548 h 66548"/>
                  <a:gd name="connsiteX3" fmla="*/ 89281 w 89280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0" h="66548">
                    <a:moveTo>
                      <a:pt x="68643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6FDE56B-60ED-4977-ADE4-AE90854852A3}"/>
                  </a:ext>
                </a:extLst>
              </p:cNvPr>
              <p:cNvSpPr/>
              <p:nvPr/>
            </p:nvSpPr>
            <p:spPr>
              <a:xfrm>
                <a:off x="8224393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7ACBB9B-018A-456B-BEA2-D1E41A2F0C44}"/>
                  </a:ext>
                </a:extLst>
              </p:cNvPr>
              <p:cNvSpPr/>
              <p:nvPr/>
            </p:nvSpPr>
            <p:spPr>
              <a:xfrm>
                <a:off x="8309546" y="441451"/>
                <a:ext cx="89281" cy="66548"/>
              </a:xfrm>
              <a:custGeom>
                <a:avLst/>
                <a:gdLst>
                  <a:gd name="connsiteX0" fmla="*/ 68644 w 89281"/>
                  <a:gd name="connsiteY0" fmla="*/ 0 h 66548"/>
                  <a:gd name="connsiteX1" fmla="*/ 0 w 89281"/>
                  <a:gd name="connsiteY1" fmla="*/ 66548 h 66548"/>
                  <a:gd name="connsiteX2" fmla="*/ 20574 w 89281"/>
                  <a:gd name="connsiteY2" fmla="*/ 66548 h 66548"/>
                  <a:gd name="connsiteX3" fmla="*/ 89281 w 89281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1" h="66548">
                    <a:moveTo>
                      <a:pt x="68644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E3826E36-AE13-46DA-ABCB-5DC29475648A}"/>
                  </a:ext>
                </a:extLst>
              </p:cNvPr>
              <p:cNvSpPr/>
              <p:nvPr/>
            </p:nvSpPr>
            <p:spPr>
              <a:xfrm>
                <a:off x="8522271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EFF066B-7A01-426B-A324-435302C07BE3}"/>
                  </a:ext>
                </a:extLst>
              </p:cNvPr>
              <p:cNvSpPr/>
              <p:nvPr/>
            </p:nvSpPr>
            <p:spPr>
              <a:xfrm>
                <a:off x="8693975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0782F6E-0DE5-4FC5-BD2E-E587B5DBB2E0}"/>
                  </a:ext>
                </a:extLst>
              </p:cNvPr>
              <p:cNvSpPr/>
              <p:nvPr/>
            </p:nvSpPr>
            <p:spPr>
              <a:xfrm>
                <a:off x="8821610" y="508000"/>
                <a:ext cx="6350" cy="6350"/>
              </a:xfrm>
              <a:custGeom>
                <a:avLst/>
                <a:gdLst>
                  <a:gd name="connsiteX0" fmla="*/ 0 w 6350"/>
                  <a:gd name="connsiteY0" fmla="*/ 0 h 6350"/>
                  <a:gd name="connsiteX1" fmla="*/ 0 w 6350"/>
                  <a:gd name="connsiteY1" fmla="*/ 0 h 6350"/>
                  <a:gd name="connsiteX2" fmla="*/ 0 w 6350"/>
                  <a:gd name="connsiteY2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50" h="635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C70567F-3B3C-42DF-9F9B-415E4945ACF5}"/>
                  </a:ext>
                </a:extLst>
              </p:cNvPr>
              <p:cNvSpPr/>
              <p:nvPr/>
            </p:nvSpPr>
            <p:spPr>
              <a:xfrm>
                <a:off x="8564816" y="441451"/>
                <a:ext cx="90868" cy="66548"/>
              </a:xfrm>
              <a:custGeom>
                <a:avLst/>
                <a:gdLst>
                  <a:gd name="connsiteX0" fmla="*/ 68707 w 90868"/>
                  <a:gd name="connsiteY0" fmla="*/ 0 h 66548"/>
                  <a:gd name="connsiteX1" fmla="*/ 0 w 90868"/>
                  <a:gd name="connsiteY1" fmla="*/ 66548 h 66548"/>
                  <a:gd name="connsiteX2" fmla="*/ 22161 w 90868"/>
                  <a:gd name="connsiteY2" fmla="*/ 66548 h 66548"/>
                  <a:gd name="connsiteX3" fmla="*/ 90868 w 90868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868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2161" y="66548"/>
                    </a:lnTo>
                    <a:lnTo>
                      <a:pt x="90868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D2A115A-5233-4F62-9130-0679A53ABA91}"/>
                  </a:ext>
                </a:extLst>
              </p:cNvPr>
              <p:cNvSpPr/>
              <p:nvPr/>
            </p:nvSpPr>
            <p:spPr>
              <a:xfrm>
                <a:off x="8651430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2B36BAB-71C7-4750-B5B9-39A588F94C17}"/>
                  </a:ext>
                </a:extLst>
              </p:cNvPr>
              <p:cNvSpPr/>
              <p:nvPr/>
            </p:nvSpPr>
            <p:spPr>
              <a:xfrm>
                <a:off x="8608885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61E9087-FAFB-4444-93B1-99E04D96852A}"/>
                  </a:ext>
                </a:extLst>
              </p:cNvPr>
              <p:cNvSpPr/>
              <p:nvPr/>
            </p:nvSpPr>
            <p:spPr>
              <a:xfrm>
                <a:off x="8096757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AD44082-91D8-4352-A90C-215687FA9652}"/>
                  </a:ext>
                </a:extLst>
              </p:cNvPr>
              <p:cNvSpPr/>
              <p:nvPr/>
            </p:nvSpPr>
            <p:spPr>
              <a:xfrm>
                <a:off x="8011668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B01ADED-A270-4CBD-900F-79F3858BD477}"/>
                  </a:ext>
                </a:extLst>
              </p:cNvPr>
              <p:cNvSpPr/>
              <p:nvPr/>
            </p:nvSpPr>
            <p:spPr>
              <a:xfrm>
                <a:off x="8054213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6C86AFB-B5D4-48B9-8578-B6AFFB9D45F5}"/>
                  </a:ext>
                </a:extLst>
              </p:cNvPr>
              <p:cNvSpPr/>
              <p:nvPr/>
            </p:nvSpPr>
            <p:spPr>
              <a:xfrm>
                <a:off x="7969122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01788A0-8803-419B-9D37-17A354FFA10D}"/>
                  </a:ext>
                </a:extLst>
              </p:cNvPr>
              <p:cNvSpPr/>
              <p:nvPr/>
            </p:nvSpPr>
            <p:spPr>
              <a:xfrm>
                <a:off x="7926578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49DB3F-FFFC-48F7-8713-8057BC16BE9D}"/>
                </a:ext>
              </a:extLst>
            </p:cNvPr>
            <p:cNvGrpSpPr/>
            <p:nvPr userDrawn="1"/>
          </p:nvGrpSpPr>
          <p:grpSpPr>
            <a:xfrm rot="10800000">
              <a:off x="5862067" y="2566874"/>
              <a:ext cx="73151" cy="522033"/>
              <a:chOff x="5390750" y="3681616"/>
              <a:chExt cx="73151" cy="522033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ED48782-641A-408A-8DE2-B0CAC39562A6}"/>
                  </a:ext>
                </a:extLst>
              </p:cNvPr>
              <p:cNvSpPr/>
              <p:nvPr/>
            </p:nvSpPr>
            <p:spPr>
              <a:xfrm rot="16200000" flipH="1">
                <a:off x="5405100" y="3681616"/>
                <a:ext cx="43688" cy="43687"/>
              </a:xfrm>
              <a:custGeom>
                <a:avLst/>
                <a:gdLst>
                  <a:gd name="connsiteX0" fmla="*/ 0 w 43688"/>
                  <a:gd name="connsiteY0" fmla="*/ 0 h 43687"/>
                  <a:gd name="connsiteX1" fmla="*/ 43688 w 43688"/>
                  <a:gd name="connsiteY1" fmla="*/ 0 h 43687"/>
                  <a:gd name="connsiteX2" fmla="*/ 43688 w 43688"/>
                  <a:gd name="connsiteY2" fmla="*/ 43688 h 43687"/>
                  <a:gd name="connsiteX3" fmla="*/ 0 w 43688"/>
                  <a:gd name="connsiteY3" fmla="*/ 43688 h 4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688" h="43687">
                    <a:moveTo>
                      <a:pt x="0" y="0"/>
                    </a:moveTo>
                    <a:lnTo>
                      <a:pt x="43688" y="0"/>
                    </a:lnTo>
                    <a:lnTo>
                      <a:pt x="43688" y="43688"/>
                    </a:lnTo>
                    <a:lnTo>
                      <a:pt x="0" y="43688"/>
                    </a:lnTo>
                    <a:close/>
                  </a:path>
                </a:pathLst>
              </a:custGeom>
              <a:noFill/>
              <a:ln w="3175" cap="flat">
                <a:solidFill>
                  <a:schemeClr val="bg1">
                    <a:lumMod val="5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2296E5C-5725-47EA-95EF-53CE28B8AC9D}"/>
                  </a:ext>
                </a:extLst>
              </p:cNvPr>
              <p:cNvSpPr/>
              <p:nvPr/>
            </p:nvSpPr>
            <p:spPr>
              <a:xfrm rot="16200000" flipH="1">
                <a:off x="5426469" y="4081062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88F26FF-F2CB-4C73-A5BB-6288378DD8DA}"/>
                  </a:ext>
                </a:extLst>
              </p:cNvPr>
              <p:cNvSpPr/>
              <p:nvPr/>
            </p:nvSpPr>
            <p:spPr>
              <a:xfrm rot="16200000" flipH="1">
                <a:off x="5426469" y="4021394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97F1D36-F238-49A7-9CEB-04D36BD61F6F}"/>
                  </a:ext>
                </a:extLst>
              </p:cNvPr>
              <p:cNvSpPr/>
              <p:nvPr/>
            </p:nvSpPr>
            <p:spPr>
              <a:xfrm rot="16200000" flipH="1">
                <a:off x="5426469" y="3902056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6A3E284-85B8-4CAC-B5A8-833FEAD26319}"/>
                  </a:ext>
                </a:extLst>
              </p:cNvPr>
              <p:cNvSpPr/>
              <p:nvPr/>
            </p:nvSpPr>
            <p:spPr>
              <a:xfrm rot="10800000" flipH="1">
                <a:off x="5407069" y="4165549"/>
                <a:ext cx="42418" cy="38100"/>
              </a:xfrm>
              <a:custGeom>
                <a:avLst/>
                <a:gdLst>
                  <a:gd name="connsiteX0" fmla="*/ 0 w 42418"/>
                  <a:gd name="connsiteY0" fmla="*/ 0 h 38100"/>
                  <a:gd name="connsiteX1" fmla="*/ 42418 w 42418"/>
                  <a:gd name="connsiteY1" fmla="*/ 0 h 38100"/>
                  <a:gd name="connsiteX2" fmla="*/ 42418 w 42418"/>
                  <a:gd name="connsiteY2" fmla="*/ 38100 h 38100"/>
                  <a:gd name="connsiteX3" fmla="*/ 0 w 42418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18" h="38100">
                    <a:moveTo>
                      <a:pt x="0" y="0"/>
                    </a:moveTo>
                    <a:lnTo>
                      <a:pt x="42418" y="0"/>
                    </a:lnTo>
                    <a:lnTo>
                      <a:pt x="42418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EAD30CB-938D-43F4-BBFA-1452FA304135}"/>
                  </a:ext>
                </a:extLst>
              </p:cNvPr>
              <p:cNvSpPr/>
              <p:nvPr/>
            </p:nvSpPr>
            <p:spPr>
              <a:xfrm rot="16200000" flipH="1">
                <a:off x="5407387" y="3776295"/>
                <a:ext cx="39878" cy="73151"/>
              </a:xfrm>
              <a:custGeom>
                <a:avLst/>
                <a:gdLst>
                  <a:gd name="connsiteX0" fmla="*/ 39878 w 39878"/>
                  <a:gd name="connsiteY0" fmla="*/ 38671 h 73151"/>
                  <a:gd name="connsiteX1" fmla="*/ 2413 w 39878"/>
                  <a:gd name="connsiteY1" fmla="*/ 73152 h 73151"/>
                  <a:gd name="connsiteX2" fmla="*/ 0 w 39878"/>
                  <a:gd name="connsiteY2" fmla="*/ 69913 h 73151"/>
                  <a:gd name="connsiteX3" fmla="*/ 36131 w 39878"/>
                  <a:gd name="connsiteY3" fmla="*/ 36576 h 73151"/>
                  <a:gd name="connsiteX4" fmla="*/ 0 w 39878"/>
                  <a:gd name="connsiteY4" fmla="*/ 3238 h 73151"/>
                  <a:gd name="connsiteX5" fmla="*/ 2413 w 39878"/>
                  <a:gd name="connsiteY5" fmla="*/ 0 h 73151"/>
                  <a:gd name="connsiteX6" fmla="*/ 39878 w 39878"/>
                  <a:gd name="connsiteY6" fmla="*/ 34481 h 73151"/>
                  <a:gd name="connsiteX7" fmla="*/ 39878 w 39878"/>
                  <a:gd name="connsiteY7" fmla="*/ 38671 h 73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878" h="73151">
                    <a:moveTo>
                      <a:pt x="39878" y="38671"/>
                    </a:moveTo>
                    <a:lnTo>
                      <a:pt x="2413" y="73152"/>
                    </a:lnTo>
                    <a:lnTo>
                      <a:pt x="0" y="69913"/>
                    </a:lnTo>
                    <a:lnTo>
                      <a:pt x="36131" y="36576"/>
                    </a:lnTo>
                    <a:lnTo>
                      <a:pt x="0" y="3238"/>
                    </a:lnTo>
                    <a:lnTo>
                      <a:pt x="2413" y="0"/>
                    </a:lnTo>
                    <a:lnTo>
                      <a:pt x="39878" y="34481"/>
                    </a:lnTo>
                    <a:lnTo>
                      <a:pt x="39878" y="38671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E63A2A-7DB1-4637-9233-D1EFAF23EF3A}"/>
                  </a:ext>
                </a:extLst>
              </p:cNvPr>
              <p:cNvSpPr/>
              <p:nvPr/>
            </p:nvSpPr>
            <p:spPr>
              <a:xfrm rot="16200000" flipH="1">
                <a:off x="5426469" y="3961725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35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5484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536EE-05B6-46A5-BE75-3CA6BC6A3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971550"/>
            <a:ext cx="8686799" cy="3914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4864B-1A78-4660-B3EF-54305257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1BA0D35-BF70-4F0A-94B0-905ED644343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A190DF-A6FF-40ED-97C9-1894BEF238CF}"/>
              </a:ext>
            </a:extLst>
          </p:cNvPr>
          <p:cNvGrpSpPr/>
          <p:nvPr/>
        </p:nvGrpSpPr>
        <p:grpSpPr>
          <a:xfrm flipV="1">
            <a:off x="5383530" y="0"/>
            <a:ext cx="3760470" cy="985994"/>
            <a:chOff x="7565638" y="5644970"/>
            <a:chExt cx="4626362" cy="121303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24AE27-A04E-4BC7-82B6-B59F9A6371CC}"/>
                </a:ext>
              </a:extLst>
            </p:cNvPr>
            <p:cNvSpPr/>
            <p:nvPr/>
          </p:nvSpPr>
          <p:spPr>
            <a:xfrm>
              <a:off x="7565638" y="6096401"/>
              <a:ext cx="4626362" cy="761599"/>
            </a:xfrm>
            <a:custGeom>
              <a:avLst/>
              <a:gdLst>
                <a:gd name="connsiteX0" fmla="*/ 4626362 w 4626362"/>
                <a:gd name="connsiteY0" fmla="*/ 0 h 761599"/>
                <a:gd name="connsiteX1" fmla="*/ 4626362 w 4626362"/>
                <a:gd name="connsiteY1" fmla="*/ 761599 h 761599"/>
                <a:gd name="connsiteX2" fmla="*/ 0 w 4626362"/>
                <a:gd name="connsiteY2" fmla="*/ 761599 h 761599"/>
                <a:gd name="connsiteX3" fmla="*/ 398076 w 4626362"/>
                <a:gd name="connsiteY3" fmla="*/ 735876 h 761599"/>
                <a:gd name="connsiteX4" fmla="*/ 4360253 w 4626362"/>
                <a:gd name="connsiteY4" fmla="*/ 77327 h 761599"/>
                <a:gd name="connsiteX5" fmla="*/ 4626362 w 4626362"/>
                <a:gd name="connsiteY5" fmla="*/ 0 h 76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26362" h="761599">
                  <a:moveTo>
                    <a:pt x="4626362" y="0"/>
                  </a:moveTo>
                  <a:lnTo>
                    <a:pt x="4626362" y="761599"/>
                  </a:lnTo>
                  <a:lnTo>
                    <a:pt x="0" y="761599"/>
                  </a:lnTo>
                  <a:lnTo>
                    <a:pt x="398076" y="735876"/>
                  </a:lnTo>
                  <a:cubicBezTo>
                    <a:pt x="1873200" y="621141"/>
                    <a:pt x="3208640" y="399178"/>
                    <a:pt x="4360253" y="77327"/>
                  </a:cubicBezTo>
                  <a:lnTo>
                    <a:pt x="4626362" y="0"/>
                  </a:lnTo>
                  <a:close/>
                </a:path>
              </a:pathLst>
            </a:custGeom>
            <a:solidFill>
              <a:srgbClr val="D020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45B6868-3602-4DBC-8CAD-A1B97479566E}"/>
                </a:ext>
              </a:extLst>
            </p:cNvPr>
            <p:cNvSpPr/>
            <p:nvPr/>
          </p:nvSpPr>
          <p:spPr>
            <a:xfrm>
              <a:off x="9906194" y="5644970"/>
              <a:ext cx="2285806" cy="1213030"/>
            </a:xfrm>
            <a:custGeom>
              <a:avLst/>
              <a:gdLst>
                <a:gd name="connsiteX0" fmla="*/ 2285806 w 2285806"/>
                <a:gd name="connsiteY0" fmla="*/ 0 h 1213030"/>
                <a:gd name="connsiteX1" fmla="*/ 2285806 w 2285806"/>
                <a:gd name="connsiteY1" fmla="*/ 1213030 h 1213030"/>
                <a:gd name="connsiteX2" fmla="*/ 0 w 2285806"/>
                <a:gd name="connsiteY2" fmla="*/ 1213030 h 1213030"/>
                <a:gd name="connsiteX3" fmla="*/ 58866 w 2285806"/>
                <a:gd name="connsiteY3" fmla="*/ 1199905 h 1213030"/>
                <a:gd name="connsiteX4" fmla="*/ 2227594 w 2285806"/>
                <a:gd name="connsiteY4" fmla="*/ 65224 h 1213030"/>
                <a:gd name="connsiteX5" fmla="*/ 2285806 w 2285806"/>
                <a:gd name="connsiteY5" fmla="*/ 0 h 1213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5806" h="1213030">
                  <a:moveTo>
                    <a:pt x="2285806" y="0"/>
                  </a:moveTo>
                  <a:lnTo>
                    <a:pt x="2285806" y="1213030"/>
                  </a:lnTo>
                  <a:lnTo>
                    <a:pt x="0" y="1213030"/>
                  </a:lnTo>
                  <a:lnTo>
                    <a:pt x="58866" y="1199905"/>
                  </a:lnTo>
                  <a:cubicBezTo>
                    <a:pt x="979714" y="978336"/>
                    <a:pt x="1717405" y="602111"/>
                    <a:pt x="2227594" y="65224"/>
                  </a:cubicBezTo>
                  <a:lnTo>
                    <a:pt x="2285806" y="0"/>
                  </a:lnTo>
                  <a:close/>
                </a:path>
              </a:pathLst>
            </a:custGeom>
            <a:solidFill>
              <a:schemeClr val="tx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783BC5-0C20-4B7C-9034-6FDAAE4321C0}"/>
                </a:ext>
              </a:extLst>
            </p:cNvPr>
            <p:cNvSpPr/>
            <p:nvPr/>
          </p:nvSpPr>
          <p:spPr>
            <a:xfrm>
              <a:off x="9906194" y="6096403"/>
              <a:ext cx="2285806" cy="761597"/>
            </a:xfrm>
            <a:custGeom>
              <a:avLst/>
              <a:gdLst>
                <a:gd name="connsiteX0" fmla="*/ 2285806 w 2285806"/>
                <a:gd name="connsiteY0" fmla="*/ 0 h 761597"/>
                <a:gd name="connsiteX1" fmla="*/ 2285806 w 2285806"/>
                <a:gd name="connsiteY1" fmla="*/ 761597 h 761597"/>
                <a:gd name="connsiteX2" fmla="*/ 0 w 2285806"/>
                <a:gd name="connsiteY2" fmla="*/ 761597 h 761597"/>
                <a:gd name="connsiteX3" fmla="*/ 58866 w 2285806"/>
                <a:gd name="connsiteY3" fmla="*/ 748472 h 761597"/>
                <a:gd name="connsiteX4" fmla="*/ 1297227 w 2285806"/>
                <a:gd name="connsiteY4" fmla="*/ 299376 h 761597"/>
                <a:gd name="connsiteX5" fmla="*/ 1417835 w 2285806"/>
                <a:gd name="connsiteY5" fmla="*/ 230963 h 761597"/>
                <a:gd name="connsiteX6" fmla="*/ 1579312 w 2285806"/>
                <a:gd name="connsiteY6" fmla="*/ 193324 h 761597"/>
                <a:gd name="connsiteX7" fmla="*/ 2019698 w 2285806"/>
                <a:gd name="connsiteY7" fmla="*/ 77326 h 76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5806" h="761597">
                  <a:moveTo>
                    <a:pt x="2285806" y="0"/>
                  </a:moveTo>
                  <a:lnTo>
                    <a:pt x="2285806" y="761597"/>
                  </a:lnTo>
                  <a:lnTo>
                    <a:pt x="0" y="761597"/>
                  </a:lnTo>
                  <a:lnTo>
                    <a:pt x="58866" y="748472"/>
                  </a:lnTo>
                  <a:cubicBezTo>
                    <a:pt x="519290" y="637688"/>
                    <a:pt x="933925" y="488239"/>
                    <a:pt x="1297227" y="299376"/>
                  </a:cubicBezTo>
                  <a:lnTo>
                    <a:pt x="1417835" y="230963"/>
                  </a:lnTo>
                  <a:lnTo>
                    <a:pt x="1579312" y="193324"/>
                  </a:lnTo>
                  <a:cubicBezTo>
                    <a:pt x="1728922" y="156228"/>
                    <a:pt x="1875746" y="117558"/>
                    <a:pt x="2019698" y="7732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6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BEE64FE-983D-4AC0-9D62-FD9BEB6C7CF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8601" y="557072"/>
            <a:ext cx="8686798" cy="193899"/>
          </a:xfrm>
        </p:spPr>
        <p:txBody>
          <a:bodyPr>
            <a:normAutofit/>
          </a:bodyPr>
          <a:lstStyle>
            <a:lvl1pPr marL="0" indent="0">
              <a:buNone/>
              <a:defRPr sz="900" b="0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Presentation or Section 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E15608-857A-4A82-B24C-53919FC3B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60604"/>
            <a:ext cx="8229600" cy="3185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54173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536">
          <p15:clr>
            <a:srgbClr val="FBAE40"/>
          </p15:clr>
        </p15:guide>
        <p15:guide id="9" pos="2680">
          <p15:clr>
            <a:srgbClr val="FBAE40"/>
          </p15:clr>
        </p15:guide>
        <p15:guide id="10" pos="5000">
          <p15:clr>
            <a:srgbClr val="FBAE40"/>
          </p15:clr>
        </p15:guide>
        <p15:guide id="11" pos="51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7" y="1035558"/>
            <a:ext cx="8699738" cy="3771900"/>
          </a:xfrm>
        </p:spPr>
        <p:txBody>
          <a:bodyPr>
            <a:noAutofit/>
          </a:bodyPr>
          <a:lstStyle>
            <a:lvl1pPr marL="172641" indent="-172641">
              <a:spcBef>
                <a:spcPts val="1350"/>
              </a:spcBef>
              <a:buClr>
                <a:schemeClr val="bg2"/>
              </a:buClr>
              <a:defRPr sz="1500">
                <a:solidFill>
                  <a:schemeClr val="bg2"/>
                </a:solidFill>
              </a:defRPr>
            </a:lvl1pPr>
            <a:lvl2pPr marL="513160" indent="-171450">
              <a:spcBef>
                <a:spcPts val="0"/>
              </a:spcBef>
              <a:spcAft>
                <a:spcPts val="150"/>
              </a:spcAft>
              <a:defRPr sz="1350">
                <a:solidFill>
                  <a:srgbClr val="4C4D4F"/>
                </a:solidFill>
                <a:latin typeface="Arial Narrow" pitchFamily="34" charset="0"/>
              </a:defRPr>
            </a:lvl2pPr>
            <a:lvl3pPr marL="857250" indent="-171450">
              <a:spcBef>
                <a:spcPts val="0"/>
              </a:spcBef>
              <a:spcAft>
                <a:spcPts val="150"/>
              </a:spcAft>
              <a:defRPr sz="1200">
                <a:solidFill>
                  <a:srgbClr val="4C4D4F"/>
                </a:solidFill>
                <a:latin typeface="Arial Narrow" pitchFamily="34" charset="0"/>
              </a:defRPr>
            </a:lvl3pPr>
            <a:lvl4pPr marL="1071563" indent="-171450">
              <a:defRPr sz="1050">
                <a:solidFill>
                  <a:srgbClr val="4C4D4F"/>
                </a:solidFill>
              </a:defRPr>
            </a:lvl4pPr>
            <a:lvl5pPr marL="1370410" indent="-171450">
              <a:defRPr sz="1050">
                <a:solidFill>
                  <a:srgbClr val="4C4D4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15590" y="672084"/>
            <a:ext cx="8695944" cy="253746"/>
          </a:xfrm>
        </p:spPr>
        <p:txBody>
          <a:bodyPr/>
          <a:lstStyle>
            <a:lvl1pPr marL="0" indent="0" algn="l">
              <a:buNone/>
              <a:defRPr sz="1650">
                <a:solidFill>
                  <a:schemeClr val="tx1"/>
                </a:solidFill>
                <a:latin typeface="Arial Narrow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5033772"/>
            <a:ext cx="4498848" cy="82296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525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6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8E85-41FA-DAB6-658E-494C55B29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07A00-5CB3-341B-5DF0-70084546E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0C27A-237A-3C59-5F2D-853E05B9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C121F-A85C-31C7-8C6C-9B760218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B96F-05D8-7D9D-5F7D-13F06BE2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198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6752-3805-9838-CE75-C3680068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965C8-5724-8CC5-3CA8-47F5A6C73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7F8F4-B8DC-77D3-8F29-E8D5252F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D611F-9BC6-7E55-E228-119FC19E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5D16-EDD4-61A7-9365-8C670633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68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5D5A-5B65-E43C-CE99-A0317EDD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70BBD-A919-69F7-CC71-5D9FF8D7B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A1961-5DA7-EFA7-55FA-A4DA916E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BA5F1-02E2-462E-CDE6-0FCFBD4F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4C684-2899-842C-8C5D-20144F27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173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6D6D-513F-BF0C-6744-CC11C7B5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6E983-6867-159B-B4D0-E508161B0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0BF0A-C482-E8FE-1098-4C9B955B1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B2065-2158-F543-F14C-620250D5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585FA-0789-DDE6-2F6E-5F70A203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318D7-8900-998C-7E3A-EB7A9320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94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EF01-3ED7-674A-71B8-3D70E58F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B5B41-108E-18A4-B463-D0F03E947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D4EFC-0976-5829-7110-44B4217F5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6B66D-496B-E472-6D90-7CB8BE568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6A296-CC37-7485-CFF2-5EA2F6EBF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170A3-C24F-F270-E0C3-F2FDC7DEB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3A19B-10C3-6E04-13B5-71F195B6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CBE30-5867-D6D9-7D48-5CE281A2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141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D34A-2B68-7833-21F2-F9B7A7A9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16628-4239-748C-9B19-CE9A995A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D7920-AA52-88E9-6F7A-906921C2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1EBEF-613D-F833-D21F-01595013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311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F0B03D-B997-1798-9627-9501E77B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BFABC9-2CB5-69B5-0D8C-65D799CB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0">
            <a:extLst>
              <a:ext uri="{FF2B5EF4-FFF2-40B4-BE49-F238E27FC236}">
                <a16:creationId xmlns:a16="http://schemas.microsoft.com/office/drawing/2014/main" id="{105FDAE4-283D-F79C-90C4-DA3CA85FF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943" y="150264"/>
            <a:ext cx="8723050" cy="45298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b="0">
                <a:solidFill>
                  <a:srgbClr val="0070C0"/>
                </a:solidFill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AD9A11B-D2BF-09EA-5726-F37081A71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7944" y="734465"/>
            <a:ext cx="8421947" cy="3660659"/>
          </a:xfrm>
          <a:prstGeom prst="rect">
            <a:avLst/>
          </a:prstGeom>
        </p:spPr>
        <p:txBody>
          <a:bodyPr/>
          <a:lstStyle>
            <a:lvl1pPr marL="112710" indent="-112710">
              <a:defRPr sz="14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0040" indent="-174621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39757" indent="-165096">
              <a:defRPr sz="11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8998" indent="-236532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hape 42">
            <a:extLst>
              <a:ext uri="{FF2B5EF4-FFF2-40B4-BE49-F238E27FC236}">
                <a16:creationId xmlns:a16="http://schemas.microsoft.com/office/drawing/2014/main" id="{C9F6558C-E996-3D53-52AC-44BE04199DB5}"/>
              </a:ext>
            </a:extLst>
          </p:cNvPr>
          <p:cNvSpPr txBox="1">
            <a:spLocks/>
          </p:cNvSpPr>
          <p:nvPr/>
        </p:nvSpPr>
        <p:spPr>
          <a:xfrm>
            <a:off x="231389" y="4755133"/>
            <a:ext cx="468287" cy="27940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sz="1000" smtClean="0"/>
              <a:pPr/>
              <a:t>‹#›</a:t>
            </a:fld>
            <a:endParaRPr lang="en-US" sz="1000"/>
          </a:p>
        </p:txBody>
      </p:sp>
      <p:sp>
        <p:nvSpPr>
          <p:cNvPr id="8" name="object 20">
            <a:extLst>
              <a:ext uri="{FF2B5EF4-FFF2-40B4-BE49-F238E27FC236}">
                <a16:creationId xmlns:a16="http://schemas.microsoft.com/office/drawing/2014/main" id="{05A8DEA8-DC2A-C985-3D8E-AB72631791D8}"/>
              </a:ext>
            </a:extLst>
          </p:cNvPr>
          <p:cNvSpPr/>
          <p:nvPr/>
        </p:nvSpPr>
        <p:spPr>
          <a:xfrm>
            <a:off x="9048708" y="212401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24780B1-C525-C011-FD76-7E1CB6D81CAB}"/>
              </a:ext>
            </a:extLst>
          </p:cNvPr>
          <p:cNvSpPr/>
          <p:nvPr/>
        </p:nvSpPr>
        <p:spPr>
          <a:xfrm>
            <a:off x="-8919" y="212401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10" name="Picture Placeholder 2">
            <a:extLst>
              <a:ext uri="{FF2B5EF4-FFF2-40B4-BE49-F238E27FC236}">
                <a16:creationId xmlns:a16="http://schemas.microsoft.com/office/drawing/2014/main" id="{CC829DC1-601C-6737-4C26-B60973F36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" b="2137"/>
          <a:stretch>
            <a:fillRect/>
          </a:stretch>
        </p:blipFill>
        <p:spPr>
          <a:xfrm>
            <a:off x="7997726" y="4736388"/>
            <a:ext cx="1134031" cy="37556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C4B0D5-0CE7-B2DB-226C-5D491DBC77D1}"/>
              </a:ext>
            </a:extLst>
          </p:cNvPr>
          <p:cNvCxnSpPr>
            <a:cxnSpLocks/>
          </p:cNvCxnSpPr>
          <p:nvPr/>
        </p:nvCxnSpPr>
        <p:spPr>
          <a:xfrm>
            <a:off x="311150" y="574375"/>
            <a:ext cx="406353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>
            <a:extLst>
              <a:ext uri="{FF2B5EF4-FFF2-40B4-BE49-F238E27FC236}">
                <a16:creationId xmlns:a16="http://schemas.microsoft.com/office/drawing/2014/main" id="{A15E5FAF-BE2F-8F53-33F5-3D4B5AFBB7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044" y="4767262"/>
            <a:ext cx="876568" cy="33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0594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98F4-A35A-9865-0585-D627C29C2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E69F-EE66-53B9-AF06-974F9B08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8F749-849F-909E-EBA6-4BE6A0C96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B3E33-03AB-6AA0-87E7-746D3C2D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3B93-802D-CB63-D5E0-147186C2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18091-F9F9-23FD-0B67-DD4104BF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39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E021-0CED-E4E1-D818-319E44063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58D646-AC98-B58E-723D-CD129142A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00024-09F3-1B63-1347-66D9AA9A4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2A38C-C675-2699-5BEB-EA6E3D06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9C310-1D05-8F36-B292-6C7BC5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B2F1-174F-A5A6-C5F1-70AD3E2D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180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134F-D345-99B6-92E2-C4DD29F7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C76AC-2857-DD5E-704E-ADB0913A9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9307C-ED87-2126-9E52-D9C14D0C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A8BC-9AB0-39A0-6DA7-05ED106B8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4DCA-C407-724B-6B79-020E78F0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551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3A812B-BDD1-19F1-2026-4827043F84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B879D-3186-37BD-35B0-8BD37A274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D5CE3-8BC3-DE88-3B32-2B4D1F525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7150E-E325-2320-1927-BC5E693B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46BA9-4177-BD7B-6113-D50C83EF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123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40"/>
          <p:cNvSpPr>
            <a:spLocks noGrp="1"/>
          </p:cNvSpPr>
          <p:nvPr>
            <p:ph type="title" hasCustomPrompt="1"/>
          </p:nvPr>
        </p:nvSpPr>
        <p:spPr>
          <a:xfrm>
            <a:off x="197943" y="150264"/>
            <a:ext cx="8723050" cy="45298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b="1">
                <a:solidFill>
                  <a:srgbClr val="007CC3"/>
                </a:solidFill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7944" y="734465"/>
            <a:ext cx="8421947" cy="3660659"/>
          </a:xfrm>
          <a:prstGeom prst="rect">
            <a:avLst/>
          </a:prstGeom>
        </p:spPr>
        <p:txBody>
          <a:bodyPr/>
          <a:lstStyle>
            <a:lvl1pPr marL="112710" indent="-112710">
              <a:defRPr sz="14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0040" indent="-174621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39757" indent="-165096">
              <a:defRPr sz="11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8998" indent="-236532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hape 42"/>
          <p:cNvSpPr>
            <a:spLocks noGrp="1"/>
          </p:cNvSpPr>
          <p:nvPr>
            <p:ph type="sldNum" sz="quarter" idx="2"/>
          </p:nvPr>
        </p:nvSpPr>
        <p:spPr>
          <a:xfrm>
            <a:off x="231389" y="4755133"/>
            <a:ext cx="468287" cy="279401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object 20"/>
          <p:cNvSpPr/>
          <p:nvPr/>
        </p:nvSpPr>
        <p:spPr>
          <a:xfrm>
            <a:off x="903501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lvl="0"/>
            <a:endParaRPr sz="1800"/>
          </a:p>
        </p:txBody>
      </p:sp>
      <p:sp>
        <p:nvSpPr>
          <p:cNvPr id="20" name="object 9"/>
          <p:cNvSpPr/>
          <p:nvPr/>
        </p:nvSpPr>
        <p:spPr>
          <a:xfrm>
            <a:off x="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" name="Picture Placeholder 2">
            <a:extLst>
              <a:ext uri="{FF2B5EF4-FFF2-40B4-BE49-F238E27FC236}">
                <a16:creationId xmlns:a16="http://schemas.microsoft.com/office/drawing/2014/main" id="{F3B837E1-C1B4-0F50-DB69-0DBFE94E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" b="2137"/>
          <a:stretch>
            <a:fillRect/>
          </a:stretch>
        </p:blipFill>
        <p:spPr>
          <a:xfrm>
            <a:off x="7997726" y="4736388"/>
            <a:ext cx="1134031" cy="37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50631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9">
            <a:extLst>
              <a:ext uri="{FF2B5EF4-FFF2-40B4-BE49-F238E27FC236}">
                <a16:creationId xmlns:a16="http://schemas.microsoft.com/office/drawing/2014/main" id="{D534F2BC-F3A1-B35B-DCCE-D6BF92F53AC8}"/>
              </a:ext>
            </a:extLst>
          </p:cNvPr>
          <p:cNvSpPr/>
          <p:nvPr/>
        </p:nvSpPr>
        <p:spPr>
          <a:xfrm>
            <a:off x="1470992" y="1095422"/>
            <a:ext cx="847833" cy="2825560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rgbClr val="FFC000">
              <a:alpha val="45882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Shape 42"/>
          <p:cNvSpPr>
            <a:spLocks noGrp="1"/>
          </p:cNvSpPr>
          <p:nvPr>
            <p:ph type="sldNum" sz="quarter" idx="2"/>
          </p:nvPr>
        </p:nvSpPr>
        <p:spPr>
          <a:xfrm>
            <a:off x="231389" y="4755133"/>
            <a:ext cx="468287" cy="279401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object 20"/>
          <p:cNvSpPr/>
          <p:nvPr/>
        </p:nvSpPr>
        <p:spPr>
          <a:xfrm>
            <a:off x="903501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lvl="0"/>
            <a:endParaRPr sz="1800"/>
          </a:p>
        </p:txBody>
      </p:sp>
      <p:sp>
        <p:nvSpPr>
          <p:cNvPr id="20" name="object 9"/>
          <p:cNvSpPr/>
          <p:nvPr/>
        </p:nvSpPr>
        <p:spPr>
          <a:xfrm>
            <a:off x="0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" name="Picture Placeholder 2">
            <a:extLst>
              <a:ext uri="{FF2B5EF4-FFF2-40B4-BE49-F238E27FC236}">
                <a16:creationId xmlns:a16="http://schemas.microsoft.com/office/drawing/2014/main" id="{F3B837E1-C1B4-0F50-DB69-0DBFE94E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" b="2137"/>
          <a:stretch>
            <a:fillRect/>
          </a:stretch>
        </p:blipFill>
        <p:spPr>
          <a:xfrm>
            <a:off x="7997726" y="4736388"/>
            <a:ext cx="1134031" cy="375566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466BEA60-8746-672F-A7EA-68E3250A6A9E}"/>
              </a:ext>
            </a:extLst>
          </p:cNvPr>
          <p:cNvSpPr/>
          <p:nvPr/>
        </p:nvSpPr>
        <p:spPr>
          <a:xfrm>
            <a:off x="406057" y="2139033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88960A39-FBC0-C696-23CE-DDB8C2D3832D}"/>
              </a:ext>
            </a:extLst>
          </p:cNvPr>
          <p:cNvSpPr/>
          <p:nvPr/>
        </p:nvSpPr>
        <p:spPr>
          <a:xfrm>
            <a:off x="766594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0A508625-C0F9-5625-4321-CC13A5E62682}"/>
              </a:ext>
            </a:extLst>
          </p:cNvPr>
          <p:cNvSpPr/>
          <p:nvPr/>
        </p:nvSpPr>
        <p:spPr>
          <a:xfrm>
            <a:off x="1090653" y="2139035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CCC6AB1D-726F-2B78-6BB3-94532F125BAF}"/>
              </a:ext>
            </a:extLst>
          </p:cNvPr>
          <p:cNvSpPr/>
          <p:nvPr/>
        </p:nvSpPr>
        <p:spPr>
          <a:xfrm>
            <a:off x="1279357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30057A23-EA08-29E3-D0D7-A7233FBEDFED}"/>
              </a:ext>
            </a:extLst>
          </p:cNvPr>
          <p:cNvSpPr/>
          <p:nvPr/>
        </p:nvSpPr>
        <p:spPr>
          <a:xfrm>
            <a:off x="1470992" y="2139031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1F697F3C-D677-4441-5F40-F141CDA4F3E1}"/>
              </a:ext>
            </a:extLst>
          </p:cNvPr>
          <p:cNvSpPr/>
          <p:nvPr/>
        </p:nvSpPr>
        <p:spPr>
          <a:xfrm>
            <a:off x="1657734" y="2139030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D853691B-15E5-AF38-B8B2-42DCC5751100}"/>
              </a:ext>
            </a:extLst>
          </p:cNvPr>
          <p:cNvSpPr/>
          <p:nvPr/>
        </p:nvSpPr>
        <p:spPr>
          <a:xfrm>
            <a:off x="1847231" y="2139030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D6BE4654-F90E-1705-5FE5-8C3F1DED731D}"/>
              </a:ext>
            </a:extLst>
          </p:cNvPr>
          <p:cNvSpPr/>
          <p:nvPr/>
        </p:nvSpPr>
        <p:spPr>
          <a:xfrm>
            <a:off x="2043389" y="2139030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177DC3ED-8A25-BD41-AB5F-25D9377C875C}"/>
              </a:ext>
            </a:extLst>
          </p:cNvPr>
          <p:cNvSpPr/>
          <p:nvPr/>
        </p:nvSpPr>
        <p:spPr>
          <a:xfrm>
            <a:off x="2223062" y="213903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8D8B1754-B474-EE5F-713F-EA644837D310}"/>
              </a:ext>
            </a:extLst>
          </p:cNvPr>
          <p:cNvSpPr/>
          <p:nvPr/>
        </p:nvSpPr>
        <p:spPr>
          <a:xfrm>
            <a:off x="2382742" y="2139032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CFED8DD0-5828-50A4-CC1C-743A6BBA8E88}"/>
              </a:ext>
            </a:extLst>
          </p:cNvPr>
          <p:cNvSpPr/>
          <p:nvPr/>
        </p:nvSpPr>
        <p:spPr>
          <a:xfrm>
            <a:off x="2526721" y="2139031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E66F39DA-F498-F893-8BB0-5D06EDDE8AC0}"/>
              </a:ext>
            </a:extLst>
          </p:cNvPr>
          <p:cNvSpPr/>
          <p:nvPr/>
        </p:nvSpPr>
        <p:spPr>
          <a:xfrm>
            <a:off x="6334177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6175F1A8-E162-21B6-5DFF-BB2AD28C9221}"/>
              </a:ext>
            </a:extLst>
          </p:cNvPr>
          <p:cNvSpPr/>
          <p:nvPr/>
        </p:nvSpPr>
        <p:spPr>
          <a:xfrm>
            <a:off x="6478949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6D7B4ED2-F66A-88AF-753D-435F706E7FFD}"/>
              </a:ext>
            </a:extLst>
          </p:cNvPr>
          <p:cNvSpPr/>
          <p:nvPr/>
        </p:nvSpPr>
        <p:spPr>
          <a:xfrm>
            <a:off x="6630382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56C94BDE-DA28-CE51-B699-73F5B7243F38}"/>
              </a:ext>
            </a:extLst>
          </p:cNvPr>
          <p:cNvSpPr/>
          <p:nvPr/>
        </p:nvSpPr>
        <p:spPr>
          <a:xfrm>
            <a:off x="6779852" y="2139039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8E3921FD-A784-A2BE-055B-3BBB0B8069AB}"/>
              </a:ext>
            </a:extLst>
          </p:cNvPr>
          <p:cNvSpPr/>
          <p:nvPr/>
        </p:nvSpPr>
        <p:spPr>
          <a:xfrm>
            <a:off x="6974048" y="2139038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E82C2263-84E8-E9D8-4C5F-109D83330E47}"/>
              </a:ext>
            </a:extLst>
          </p:cNvPr>
          <p:cNvSpPr/>
          <p:nvPr/>
        </p:nvSpPr>
        <p:spPr>
          <a:xfrm>
            <a:off x="7193362" y="2139038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1734037-0863-AEBB-3502-ACB664C05DAC}"/>
              </a:ext>
            </a:extLst>
          </p:cNvPr>
          <p:cNvSpPr/>
          <p:nvPr/>
        </p:nvSpPr>
        <p:spPr>
          <a:xfrm>
            <a:off x="7396975" y="2139037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FC42C6A8-C366-FBAA-3079-AF6E0EAB0239}"/>
              </a:ext>
            </a:extLst>
          </p:cNvPr>
          <p:cNvSpPr/>
          <p:nvPr/>
        </p:nvSpPr>
        <p:spPr>
          <a:xfrm>
            <a:off x="7633336" y="2139034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15447311-3E2F-08F8-E6A7-464F1F60DBE9}"/>
              </a:ext>
            </a:extLst>
          </p:cNvPr>
          <p:cNvSpPr/>
          <p:nvPr/>
        </p:nvSpPr>
        <p:spPr>
          <a:xfrm>
            <a:off x="7942486" y="2139033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88C16849-3D37-913B-4A45-D451A64110E4}"/>
              </a:ext>
            </a:extLst>
          </p:cNvPr>
          <p:cNvSpPr/>
          <p:nvPr/>
        </p:nvSpPr>
        <p:spPr>
          <a:xfrm>
            <a:off x="8340295" y="2139036"/>
            <a:ext cx="104201" cy="865432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044770318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33400" y="309813"/>
            <a:ext cx="81534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lang="en-US" dirty="0"/>
            </a:lvl1pPr>
          </a:lstStyle>
          <a:p>
            <a:pPr lvl="0" algn="l"/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1352550"/>
            <a:ext cx="8153400" cy="419100"/>
          </a:xfrm>
        </p:spPr>
        <p:txBody>
          <a:bodyPr vert="horz" lIns="91440" tIns="60960" rIns="91440" bIns="60960" rtlCol="0" anchor="ctr" anchorCtr="0">
            <a:noAutofit/>
          </a:bodyPr>
          <a:lstStyle>
            <a:lvl1pPr>
              <a:buFontTx/>
              <a:buNone/>
              <a:defRPr lang="en-US" sz="1500" smtClean="0">
                <a:solidFill>
                  <a:schemeClr val="accent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533400" y="1759618"/>
            <a:ext cx="8153400" cy="2837028"/>
          </a:xfrm>
        </p:spPr>
        <p:txBody>
          <a:bodyPr vert="horz" lIns="91440" tIns="60960" rIns="91440" bIns="60960" rtlCol="0">
            <a:normAutofit/>
          </a:bodyPr>
          <a:lstStyle>
            <a:lvl1pPr marL="0" indent="0"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spcAft>
                <a:spcPts val="900"/>
              </a:spcAft>
              <a:buFontTx/>
              <a:buNone/>
              <a:defRPr lang="en-US" sz="9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spcAft>
                <a:spcPts val="900"/>
              </a:spcAft>
              <a:buFontTx/>
              <a:buNone/>
              <a:defRPr lang="en-US" sz="9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marL="0" lvl="0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Edit Master text styles</a:t>
            </a:r>
          </a:p>
          <a:p>
            <a:pPr marL="0" lvl="1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Second level</a:t>
            </a:r>
          </a:p>
          <a:p>
            <a:pPr marL="0" lvl="2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Third level</a:t>
            </a:r>
          </a:p>
          <a:p>
            <a:pPr marL="0" lvl="3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Fourth level</a:t>
            </a:r>
          </a:p>
          <a:p>
            <a:pPr marL="0" lvl="4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Fifth level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4921797"/>
            <a:ext cx="21336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750" i="1" smtClean="0">
                <a:solidFill>
                  <a:schemeClr val="bg1"/>
                </a:solidFill>
              </a:defRPr>
            </a:lvl1pPr>
          </a:lstStyle>
          <a:p>
            <a:fld id="{E259DCCD-BB55-4AC8-85C3-7FC7ED5590D0}" type="datetime4">
              <a:rPr lang="en-US" smtClean="0"/>
              <a:t>September 26, 2025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6200" y="4921797"/>
            <a:ext cx="39624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750" i="1" smtClean="0">
                <a:solidFill>
                  <a:schemeClr val="bg1"/>
                </a:solidFill>
              </a:defRPr>
            </a:lvl1pPr>
          </a:lstStyle>
          <a:p>
            <a:r>
              <a:rPr lang="en-IN"/>
              <a:t>©2018 Your Company. All Rights Reserved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86" y="4802356"/>
            <a:ext cx="226314" cy="22631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>
            <a:lvl1pPr algn="ctr">
              <a:defRPr lang="en-US" sz="750" spc="0" smtClean="0">
                <a:solidFill>
                  <a:schemeClr val="accent1"/>
                </a:solidFill>
                <a:latin typeface="+mj-lt"/>
              </a:defRPr>
            </a:lvl1pPr>
          </a:lstStyle>
          <a:p>
            <a:fld id="{9D955F5F-96B5-4123-A0BF-F5126ED548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986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33400" y="309813"/>
            <a:ext cx="8153400" cy="85725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1356654"/>
            <a:ext cx="8153400" cy="419100"/>
          </a:xfrm>
        </p:spPr>
        <p:txBody>
          <a:bodyPr vert="horz" lIns="91440" tIns="0" rIns="91440" bIns="0" rtlCol="0" anchor="ctr" anchorCtr="0">
            <a:noAutofit/>
          </a:bodyPr>
          <a:lstStyle>
            <a:lvl1pPr>
              <a:buFontTx/>
              <a:buNone/>
              <a:defRPr lang="en-US" sz="1500" smtClean="0">
                <a:solidFill>
                  <a:schemeClr val="accent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533400" y="1756704"/>
            <a:ext cx="8153400" cy="2716306"/>
          </a:xfrm>
        </p:spPr>
        <p:txBody>
          <a:bodyPr vert="horz" lIns="91440" tIns="60960" rIns="91440" bIns="60960" rtlCol="0">
            <a:normAutofit/>
          </a:bodyPr>
          <a:lstStyle>
            <a:lvl1pPr marL="0" indent="0">
              <a:spcAft>
                <a:spcPts val="900"/>
              </a:spcAft>
              <a:buFontTx/>
              <a:buNone/>
              <a:defRPr lang="en-US" sz="900" smtClean="0"/>
            </a:lvl1pPr>
          </a:lstStyle>
          <a:p>
            <a:pPr marL="0" lvl="0" indent="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4921797"/>
            <a:ext cx="21336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750" i="1" smtClean="0">
                <a:solidFill>
                  <a:schemeClr val="bg1"/>
                </a:solidFill>
              </a:defRPr>
            </a:lvl1pPr>
          </a:lstStyle>
          <a:p>
            <a:fld id="{66F93F42-EF7B-4A2A-B815-394A19DE498C}" type="datetime4">
              <a:rPr lang="en-US" smtClean="0"/>
              <a:t>September 26, 2025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6200" y="4921797"/>
            <a:ext cx="39624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750" i="1" smtClean="0">
                <a:solidFill>
                  <a:schemeClr val="bg1"/>
                </a:solidFill>
              </a:defRPr>
            </a:lvl1pPr>
          </a:lstStyle>
          <a:p>
            <a:r>
              <a:rPr lang="en-IN"/>
              <a:t>©2018 Your Company. All Rights Reserved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86" y="4802356"/>
            <a:ext cx="226314" cy="22631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>
            <a:lvl1pPr algn="ctr">
              <a:defRPr lang="en-US" sz="750" spc="0" smtClean="0">
                <a:solidFill>
                  <a:schemeClr val="accent1"/>
                </a:solidFill>
                <a:latin typeface="+mj-lt"/>
              </a:defRPr>
            </a:lvl1pPr>
          </a:lstStyle>
          <a:p>
            <a:fld id="{9D955F5F-96B5-4123-A0BF-F5126ED548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875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FB607DB-E5DF-41E5-A35E-B0CDB0C77B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9" b="4989"/>
          <a:stretch/>
        </p:blipFill>
        <p:spPr>
          <a:xfrm>
            <a:off x="0" y="0"/>
            <a:ext cx="9141720" cy="51435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0A4664-7303-44CA-9BE8-4A22FD0D7EBF}"/>
              </a:ext>
            </a:extLst>
          </p:cNvPr>
          <p:cNvSpPr/>
          <p:nvPr/>
        </p:nvSpPr>
        <p:spPr>
          <a:xfrm rot="18679580">
            <a:off x="4178773" y="1687568"/>
            <a:ext cx="3927195" cy="1374524"/>
          </a:xfrm>
          <a:prstGeom prst="roundRect">
            <a:avLst/>
          </a:prstGeom>
          <a:solidFill>
            <a:srgbClr val="F8F9FA">
              <a:alpha val="64000"/>
            </a:srgbClr>
          </a:solidFill>
          <a:ln>
            <a:noFill/>
          </a:ln>
          <a:effectLst>
            <a:softEdge rad="444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0A2FC2-4C43-4567-9BC7-9E1FB152702F}"/>
              </a:ext>
            </a:extLst>
          </p:cNvPr>
          <p:cNvSpPr/>
          <p:nvPr/>
        </p:nvSpPr>
        <p:spPr>
          <a:xfrm>
            <a:off x="1363262" y="1858501"/>
            <a:ext cx="3927195" cy="1374524"/>
          </a:xfrm>
          <a:prstGeom prst="roundRect">
            <a:avLst/>
          </a:prstGeom>
          <a:gradFill>
            <a:gsLst>
              <a:gs pos="0">
                <a:srgbClr val="F0F2F6"/>
              </a:gs>
              <a:gs pos="100000">
                <a:srgbClr val="F0F2F5"/>
              </a:gs>
            </a:gsLst>
            <a:lin ang="5400000" scaled="1"/>
          </a:gradFill>
          <a:ln>
            <a:noFill/>
          </a:ln>
          <a:effectLst>
            <a:softEdge rad="444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bg1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 hasCustomPrompt="1"/>
          </p:nvPr>
        </p:nvSpPr>
        <p:spPr bwMode="gray">
          <a:xfrm>
            <a:off x="1998995" y="2269991"/>
            <a:ext cx="6652260" cy="611706"/>
          </a:xfrm>
        </p:spPr>
        <p:txBody>
          <a:bodyPr anchor="ctr" anchorCtr="0">
            <a:spAutoFit/>
          </a:bodyPr>
          <a:lstStyle>
            <a:lvl1pPr algn="l">
              <a:lnSpc>
                <a:spcPct val="100000"/>
              </a:lnSpc>
              <a:defRPr lang="en-US" sz="3750" b="1" dirty="0">
                <a:solidFill>
                  <a:schemeClr val="tx1"/>
                </a:solidFill>
              </a:defRPr>
            </a:lvl1pPr>
          </a:lstStyle>
          <a:p>
            <a:pPr marL="0" lvl="0">
              <a:lnSpc>
                <a:spcPct val="90000"/>
              </a:lnSpc>
              <a:spcBef>
                <a:spcPts val="900"/>
              </a:spcBef>
            </a:pPr>
            <a:r>
              <a:rPr lang="en-US"/>
              <a:t>Divider – 1 line of text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7F3B32-EE76-44C5-8359-BC4ACEC00C40}"/>
              </a:ext>
            </a:extLst>
          </p:cNvPr>
          <p:cNvGrpSpPr/>
          <p:nvPr/>
        </p:nvGrpSpPr>
        <p:grpSpPr>
          <a:xfrm>
            <a:off x="0" y="2374830"/>
            <a:ext cx="1841500" cy="402834"/>
            <a:chOff x="0" y="3161621"/>
            <a:chExt cx="2455333" cy="53711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2B67A1-EE4B-45BF-9BBC-A9A3AB5F7F53}"/>
                </a:ext>
              </a:extLst>
            </p:cNvPr>
            <p:cNvSpPr/>
            <p:nvPr userDrawn="1"/>
          </p:nvSpPr>
          <p:spPr>
            <a:xfrm>
              <a:off x="0" y="3161621"/>
              <a:ext cx="2455333" cy="537112"/>
            </a:xfrm>
            <a:prstGeom prst="rect">
              <a:avLst/>
            </a:prstGeom>
            <a:solidFill>
              <a:srgbClr val="7BC1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lang="es-PE" sz="1406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5DA7B0E-0DF0-4795-BC40-8582B80C8C7D}"/>
                </a:ext>
              </a:extLst>
            </p:cNvPr>
            <p:cNvSpPr/>
            <p:nvPr userDrawn="1"/>
          </p:nvSpPr>
          <p:spPr>
            <a:xfrm rot="16200000" flipH="1">
              <a:off x="310000" y="3115270"/>
              <a:ext cx="4756" cy="274320"/>
            </a:xfrm>
            <a:custGeom>
              <a:avLst/>
              <a:gdLst>
                <a:gd name="connsiteX0" fmla="*/ 0 w 19050"/>
                <a:gd name="connsiteY0" fmla="*/ 0 h 732567"/>
                <a:gd name="connsiteX1" fmla="*/ 19050 w 19050"/>
                <a:gd name="connsiteY1" fmla="*/ 0 h 732567"/>
                <a:gd name="connsiteX2" fmla="*/ 19050 w 19050"/>
                <a:gd name="connsiteY2" fmla="*/ 732568 h 732567"/>
                <a:gd name="connsiteX3" fmla="*/ 0 w 19050"/>
                <a:gd name="connsiteY3" fmla="*/ 732568 h 73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2567">
                  <a:moveTo>
                    <a:pt x="0" y="0"/>
                  </a:moveTo>
                  <a:lnTo>
                    <a:pt x="19050" y="0"/>
                  </a:lnTo>
                  <a:lnTo>
                    <a:pt x="19050" y="732568"/>
                  </a:lnTo>
                  <a:lnTo>
                    <a:pt x="0" y="73256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6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32EA109-B6D2-47CB-9BC9-D55B0F9A6750}"/>
                </a:ext>
              </a:extLst>
            </p:cNvPr>
            <p:cNvSpPr/>
            <p:nvPr userDrawn="1"/>
          </p:nvSpPr>
          <p:spPr>
            <a:xfrm rot="16200000" flipH="1">
              <a:off x="82144" y="3339115"/>
              <a:ext cx="182880" cy="4755"/>
            </a:xfrm>
            <a:custGeom>
              <a:avLst/>
              <a:gdLst>
                <a:gd name="connsiteX0" fmla="*/ 0 w 734853"/>
                <a:gd name="connsiteY0" fmla="*/ 0 h 19049"/>
                <a:gd name="connsiteX1" fmla="*/ 734854 w 734853"/>
                <a:gd name="connsiteY1" fmla="*/ 0 h 19049"/>
                <a:gd name="connsiteX2" fmla="*/ 734854 w 734853"/>
                <a:gd name="connsiteY2" fmla="*/ 19050 h 19049"/>
                <a:gd name="connsiteX3" fmla="*/ 0 w 734853"/>
                <a:gd name="connsiteY3" fmla="*/ 19050 h 1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4853" h="19049">
                  <a:moveTo>
                    <a:pt x="0" y="0"/>
                  </a:moveTo>
                  <a:lnTo>
                    <a:pt x="734854" y="0"/>
                  </a:lnTo>
                  <a:lnTo>
                    <a:pt x="734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bg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6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D0CF51F-F4CE-426F-AB3D-EFB191BB144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779" r="6346"/>
            <a:stretch/>
          </p:blipFill>
          <p:spPr>
            <a:xfrm>
              <a:off x="1722355" y="3238216"/>
              <a:ext cx="647967" cy="373101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A23F11-3EF7-4BB7-9396-70D452EECC1B}"/>
                </a:ext>
              </a:extLst>
            </p:cNvPr>
            <p:cNvCxnSpPr/>
            <p:nvPr userDrawn="1"/>
          </p:nvCxnSpPr>
          <p:spPr>
            <a:xfrm>
              <a:off x="176782" y="3325341"/>
              <a:ext cx="0" cy="365760"/>
            </a:xfrm>
            <a:prstGeom prst="line">
              <a:avLst/>
            </a:prstGeom>
            <a:ln w="3175">
              <a:solidFill>
                <a:schemeClr val="bg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112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3457941" y="915437"/>
            <a:ext cx="5363162" cy="371703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323818" y="915437"/>
            <a:ext cx="2899796" cy="3717036"/>
          </a:xfrm>
        </p:spPr>
        <p:txBody>
          <a:bodyPr>
            <a:norm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 baseline="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08610" y="260603"/>
            <a:ext cx="7694676" cy="260604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01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D7EE-4EB9-47BD-B3ED-302482087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3BA5223-32A3-4F4D-A64E-5A3DC4846203}"/>
              </a:ext>
            </a:extLst>
          </p:cNvPr>
          <p:cNvSpPr/>
          <p:nvPr/>
        </p:nvSpPr>
        <p:spPr>
          <a:xfrm>
            <a:off x="2286" y="4951476"/>
            <a:ext cx="9141714" cy="192024"/>
          </a:xfrm>
          <a:custGeom>
            <a:avLst/>
            <a:gdLst>
              <a:gd name="connsiteX0" fmla="*/ 8949770 w 12188952"/>
              <a:gd name="connsiteY0" fmla="*/ 0 h 233465"/>
              <a:gd name="connsiteX1" fmla="*/ 12188952 w 12188952"/>
              <a:gd name="connsiteY1" fmla="*/ 0 h 233465"/>
              <a:gd name="connsiteX2" fmla="*/ 12188952 w 12188952"/>
              <a:gd name="connsiteY2" fmla="*/ 114871 h 233465"/>
              <a:gd name="connsiteX3" fmla="*/ 12188952 w 12188952"/>
              <a:gd name="connsiteY3" fmla="*/ 169441 h 233465"/>
              <a:gd name="connsiteX4" fmla="*/ 12188952 w 12188952"/>
              <a:gd name="connsiteY4" fmla="*/ 233465 h 233465"/>
              <a:gd name="connsiteX5" fmla="*/ 9027859 w 12188952"/>
              <a:gd name="connsiteY5" fmla="*/ 233465 h 233465"/>
              <a:gd name="connsiteX6" fmla="*/ 1048596 w 12188952"/>
              <a:gd name="connsiteY6" fmla="*/ 233465 h 233465"/>
              <a:gd name="connsiteX7" fmla="*/ 33436 w 12188952"/>
              <a:gd name="connsiteY7" fmla="*/ 233465 h 233465"/>
              <a:gd name="connsiteX8" fmla="*/ 0 w 12188952"/>
              <a:gd name="connsiteY8" fmla="*/ 233465 h 233465"/>
              <a:gd name="connsiteX9" fmla="*/ 0 w 12188952"/>
              <a:gd name="connsiteY9" fmla="*/ 169375 h 233465"/>
              <a:gd name="connsiteX10" fmla="*/ 0 w 12188952"/>
              <a:gd name="connsiteY10" fmla="*/ 126232 h 233465"/>
              <a:gd name="connsiteX11" fmla="*/ 0 w 12188952"/>
              <a:gd name="connsiteY11" fmla="*/ 109891 h 233465"/>
              <a:gd name="connsiteX12" fmla="*/ 8695556 w 12188952"/>
              <a:gd name="connsiteY12" fmla="*/ 109891 h 233465"/>
              <a:gd name="connsiteX13" fmla="*/ 8949770 w 12188952"/>
              <a:gd name="connsiteY13" fmla="*/ 0 h 233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88952" h="233465">
                <a:moveTo>
                  <a:pt x="8949770" y="0"/>
                </a:moveTo>
                <a:lnTo>
                  <a:pt x="12188952" y="0"/>
                </a:lnTo>
                <a:lnTo>
                  <a:pt x="12188952" y="114871"/>
                </a:lnTo>
                <a:lnTo>
                  <a:pt x="12188952" y="169441"/>
                </a:lnTo>
                <a:lnTo>
                  <a:pt x="12188952" y="233465"/>
                </a:lnTo>
                <a:lnTo>
                  <a:pt x="9027859" y="233465"/>
                </a:lnTo>
                <a:lnTo>
                  <a:pt x="1048596" y="233465"/>
                </a:lnTo>
                <a:lnTo>
                  <a:pt x="33436" y="233465"/>
                </a:lnTo>
                <a:lnTo>
                  <a:pt x="0" y="233465"/>
                </a:lnTo>
                <a:lnTo>
                  <a:pt x="0" y="169375"/>
                </a:lnTo>
                <a:lnTo>
                  <a:pt x="0" y="126232"/>
                </a:lnTo>
                <a:lnTo>
                  <a:pt x="0" y="109891"/>
                </a:lnTo>
                <a:lnTo>
                  <a:pt x="8695556" y="109891"/>
                </a:lnTo>
                <a:lnTo>
                  <a:pt x="89497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5081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C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2C23E-987B-4ECE-951A-B72BC4F07594}"/>
              </a:ext>
            </a:extLst>
          </p:cNvPr>
          <p:cNvSpPr/>
          <p:nvPr/>
        </p:nvSpPr>
        <p:spPr>
          <a:xfrm>
            <a:off x="2286" y="3584122"/>
            <a:ext cx="144671" cy="1559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AA74EE3-6B87-4C31-993D-B8C6B06D3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82" y="3653972"/>
            <a:ext cx="44244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4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992F3403-9E0E-4B63-A839-BDA384B8E3C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836218" y="2049900"/>
            <a:ext cx="3840480" cy="2109013"/>
          </a:xfrm>
          <a:prstGeom prst="rect">
            <a:avLst/>
          </a:prstGeom>
          <a:ln w="9525">
            <a:gradFill>
              <a:gsLst>
                <a:gs pos="100000">
                  <a:schemeClr val="bg2"/>
                </a:gs>
                <a:gs pos="0">
                  <a:schemeClr val="tx1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lIns="0" tIns="0" rIns="0" bIns="548640" rtlCol="0" anchor="ctr">
            <a:noAutofit/>
          </a:bodyPr>
          <a:lstStyle>
            <a:lvl1pPr marL="0" indent="0" algn="ctr">
              <a:buFontTx/>
              <a:buNone/>
              <a:defRPr lang="en-US" sz="750" b="0" baseline="0">
                <a:solidFill>
                  <a:schemeClr val="accent3"/>
                </a:solidFill>
                <a:effectLst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picture icon to add image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BD43F86-E489-4FF1-B499-7BF132B537E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51368" y="2049899"/>
            <a:ext cx="3840480" cy="2114210"/>
          </a:xfrm>
          <a:prstGeom prst="rect">
            <a:avLst/>
          </a:prstGeom>
          <a:ln w="9525">
            <a:gradFill>
              <a:gsLst>
                <a:gs pos="100000">
                  <a:schemeClr val="bg2"/>
                </a:gs>
                <a:gs pos="0">
                  <a:schemeClr val="tx1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lIns="0" tIns="0" rIns="0" bIns="548640" rtlCol="0" anchor="ctr">
            <a:noAutofit/>
          </a:bodyPr>
          <a:lstStyle>
            <a:lvl1pPr marL="0" indent="0" algn="ctr">
              <a:buFontTx/>
              <a:buNone/>
              <a:defRPr lang="ko-KR" altLang="en-US" sz="750" baseline="0" dirty="0">
                <a:solidFill>
                  <a:schemeClr val="accent3"/>
                </a:solidFill>
                <a:effectLst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picture icon to add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A81C6-E459-47F8-BE7E-E79BDF03F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368" y="4294883"/>
            <a:ext cx="3840480" cy="480060"/>
          </a:xfrm>
        </p:spPr>
        <p:txBody>
          <a:bodyPr anchor="t" anchorCtr="0"/>
          <a:lstStyle>
            <a:lvl1pPr marL="0" indent="0" algn="ctr">
              <a:spcBef>
                <a:spcPts val="450"/>
              </a:spcBef>
              <a:buFontTx/>
              <a:buNone/>
              <a:defRPr sz="15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043761F-801C-479C-8752-C1BDEEBF98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1368" y="1697221"/>
            <a:ext cx="3840480" cy="260604"/>
          </a:xfrm>
        </p:spPr>
        <p:txBody>
          <a:bodyPr anchor="ctr" anchorCtr="0"/>
          <a:lstStyle>
            <a:lvl1pPr marL="0" indent="0" algn="ctr">
              <a:lnSpc>
                <a:spcPct val="85000"/>
              </a:lnSpc>
              <a:spcBef>
                <a:spcPts val="0"/>
              </a:spcBef>
              <a:buFontTx/>
              <a:buNone/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A54E21F-0B44-4E38-ACAA-0FDCCCC5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6218" y="1697221"/>
            <a:ext cx="3840480" cy="260604"/>
          </a:xfrm>
        </p:spPr>
        <p:txBody>
          <a:bodyPr vert="horz" lIns="0" tIns="0" rIns="0" bIns="0" rtlCol="0" anchor="ctr" anchorCtr="0">
            <a:noAutofit/>
          </a:bodyPr>
          <a:lstStyle>
            <a:lvl1pPr marL="257175" indent="-257175">
              <a:buFontTx/>
              <a:buNone/>
              <a:defRPr lang="en-US" sz="1500" b="1" dirty="0"/>
            </a:lvl1pPr>
          </a:lstStyle>
          <a:p>
            <a:pPr marL="0" lvl="0" indent="0" algn="ctr">
              <a:lnSpc>
                <a:spcPct val="85000"/>
              </a:lnSpc>
              <a:spcBef>
                <a:spcPts val="0"/>
              </a:spcBef>
              <a:buNone/>
            </a:pPr>
            <a:r>
              <a:rPr lang="en-US"/>
              <a:t>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3526DB-9535-4082-B91B-6B7BAEA14D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6218" y="4294883"/>
            <a:ext cx="3840480" cy="480060"/>
          </a:xfrm>
        </p:spPr>
        <p:txBody>
          <a:bodyPr/>
          <a:lstStyle>
            <a:lvl1pPr marL="0" indent="0" algn="ctr">
              <a:spcBef>
                <a:spcPts val="450"/>
              </a:spcBef>
              <a:buFontTx/>
              <a:buNone/>
              <a:defRPr sz="15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4810EA-6AC4-42A0-98B5-8E13D873B935}"/>
              </a:ext>
            </a:extLst>
          </p:cNvPr>
          <p:cNvSpPr/>
          <p:nvPr/>
        </p:nvSpPr>
        <p:spPr>
          <a:xfrm>
            <a:off x="0" y="2049899"/>
            <a:ext cx="391478" cy="21142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406">
              <a:solidFill>
                <a:schemeClr val="accent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ACC0E3-5E84-4BB5-8DA2-7D1265BD18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036D3AC-79C7-4664-A1E8-BBAF473E80C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0182" y="1278505"/>
            <a:ext cx="8023860" cy="228524"/>
          </a:xfrm>
          <a:noFill/>
        </p:spPr>
        <p:txBody>
          <a:bodyPr vert="horz" lIns="0" tIns="0" rIns="0" bIns="0" rtlCol="0" anchor="ctr" anchorCtr="0">
            <a:spAutoFit/>
          </a:bodyPr>
          <a:lstStyle>
            <a:lvl1pPr marL="0" indent="0" algn="ctr">
              <a:buFontTx/>
              <a:buNone/>
              <a:defRPr lang="en-US" sz="1650" dirty="0"/>
            </a:lvl1pPr>
          </a:lstStyle>
          <a:p>
            <a:pPr lvl="0"/>
            <a:r>
              <a:rPr lang="en-US"/>
              <a:t>Call out blurb</a:t>
            </a:r>
          </a:p>
        </p:txBody>
      </p:sp>
    </p:spTree>
    <p:extLst>
      <p:ext uri="{BB962C8B-B14F-4D97-AF65-F5344CB8AC3E}">
        <p14:creationId xmlns:p14="http://schemas.microsoft.com/office/powerpoint/2010/main" val="257325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FDC2C7D-9956-4404-BBE2-0008FE2DFC81}"/>
              </a:ext>
            </a:extLst>
          </p:cNvPr>
          <p:cNvGrpSpPr/>
          <p:nvPr/>
        </p:nvGrpSpPr>
        <p:grpSpPr>
          <a:xfrm>
            <a:off x="1143" y="4965192"/>
            <a:ext cx="9141714" cy="178308"/>
            <a:chOff x="0" y="6620256"/>
            <a:chExt cx="12188952" cy="23774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C90A3D-3A78-4594-9E09-56B2118B5D02}"/>
                </a:ext>
              </a:extLst>
            </p:cNvPr>
            <p:cNvSpPr/>
            <p:nvPr userDrawn="1"/>
          </p:nvSpPr>
          <p:spPr>
            <a:xfrm>
              <a:off x="0" y="6624535"/>
              <a:ext cx="12188952" cy="233465"/>
            </a:xfrm>
            <a:custGeom>
              <a:avLst/>
              <a:gdLst>
                <a:gd name="connsiteX0" fmla="*/ 8949770 w 11969877"/>
                <a:gd name="connsiteY0" fmla="*/ 0 h 233465"/>
                <a:gd name="connsiteX1" fmla="*/ 11969877 w 11969877"/>
                <a:gd name="connsiteY1" fmla="*/ 0 h 233465"/>
                <a:gd name="connsiteX2" fmla="*/ 11969877 w 11969877"/>
                <a:gd name="connsiteY2" fmla="*/ 233465 h 233465"/>
                <a:gd name="connsiteX3" fmla="*/ 9027859 w 11969877"/>
                <a:gd name="connsiteY3" fmla="*/ 233465 h 233465"/>
                <a:gd name="connsiteX4" fmla="*/ 1048596 w 11969877"/>
                <a:gd name="connsiteY4" fmla="*/ 233465 h 233465"/>
                <a:gd name="connsiteX5" fmla="*/ 33436 w 11969877"/>
                <a:gd name="connsiteY5" fmla="*/ 233465 h 233465"/>
                <a:gd name="connsiteX6" fmla="*/ 0 w 11969877"/>
                <a:gd name="connsiteY6" fmla="*/ 233465 h 233465"/>
                <a:gd name="connsiteX7" fmla="*/ 0 w 11969877"/>
                <a:gd name="connsiteY7" fmla="*/ 169375 h 233465"/>
                <a:gd name="connsiteX8" fmla="*/ 0 w 11969877"/>
                <a:gd name="connsiteY8" fmla="*/ 126232 h 233465"/>
                <a:gd name="connsiteX9" fmla="*/ 0 w 11969877"/>
                <a:gd name="connsiteY9" fmla="*/ 109891 h 233465"/>
                <a:gd name="connsiteX10" fmla="*/ 8695556 w 11969877"/>
                <a:gd name="connsiteY10" fmla="*/ 109891 h 233465"/>
                <a:gd name="connsiteX11" fmla="*/ 8949770 w 11969877"/>
                <a:gd name="connsiteY11" fmla="*/ 0 h 233465"/>
                <a:gd name="connsiteX0" fmla="*/ 8949770 w 11969877"/>
                <a:gd name="connsiteY0" fmla="*/ 0 h 233465"/>
                <a:gd name="connsiteX1" fmla="*/ 11969877 w 11969877"/>
                <a:gd name="connsiteY1" fmla="*/ 0 h 233465"/>
                <a:gd name="connsiteX2" fmla="*/ 11969877 w 11969877"/>
                <a:gd name="connsiteY2" fmla="*/ 233465 h 233465"/>
                <a:gd name="connsiteX3" fmla="*/ 9027859 w 11969877"/>
                <a:gd name="connsiteY3" fmla="*/ 233465 h 233465"/>
                <a:gd name="connsiteX4" fmla="*/ 1048596 w 11969877"/>
                <a:gd name="connsiteY4" fmla="*/ 233465 h 233465"/>
                <a:gd name="connsiteX5" fmla="*/ 33436 w 11969877"/>
                <a:gd name="connsiteY5" fmla="*/ 233465 h 233465"/>
                <a:gd name="connsiteX6" fmla="*/ 0 w 11969877"/>
                <a:gd name="connsiteY6" fmla="*/ 233465 h 233465"/>
                <a:gd name="connsiteX7" fmla="*/ 0 w 11969877"/>
                <a:gd name="connsiteY7" fmla="*/ 169375 h 233465"/>
                <a:gd name="connsiteX8" fmla="*/ 0 w 11969877"/>
                <a:gd name="connsiteY8" fmla="*/ 126232 h 233465"/>
                <a:gd name="connsiteX9" fmla="*/ 0 w 11969877"/>
                <a:gd name="connsiteY9" fmla="*/ 109891 h 233465"/>
                <a:gd name="connsiteX10" fmla="*/ 8708028 w 11969877"/>
                <a:gd name="connsiteY10" fmla="*/ 141641 h 233465"/>
                <a:gd name="connsiteX11" fmla="*/ 8949770 w 11969877"/>
                <a:gd name="connsiteY11" fmla="*/ 0 h 233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969877" h="233465">
                  <a:moveTo>
                    <a:pt x="8949770" y="0"/>
                  </a:moveTo>
                  <a:lnTo>
                    <a:pt x="11969877" y="0"/>
                  </a:lnTo>
                  <a:lnTo>
                    <a:pt x="11969877" y="233465"/>
                  </a:lnTo>
                  <a:lnTo>
                    <a:pt x="9027859" y="233465"/>
                  </a:lnTo>
                  <a:lnTo>
                    <a:pt x="1048596" y="233465"/>
                  </a:lnTo>
                  <a:lnTo>
                    <a:pt x="33436" y="233465"/>
                  </a:lnTo>
                  <a:lnTo>
                    <a:pt x="0" y="233465"/>
                  </a:lnTo>
                  <a:lnTo>
                    <a:pt x="0" y="169375"/>
                  </a:lnTo>
                  <a:lnTo>
                    <a:pt x="0" y="126232"/>
                  </a:lnTo>
                  <a:lnTo>
                    <a:pt x="0" y="109891"/>
                  </a:lnTo>
                  <a:lnTo>
                    <a:pt x="8708028" y="141641"/>
                  </a:lnTo>
                  <a:lnTo>
                    <a:pt x="894977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2266BF2-EEA7-4B84-9601-A6305B468FE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655" y="6620256"/>
              <a:ext cx="545655" cy="237744"/>
            </a:xfrm>
            <a:custGeom>
              <a:avLst/>
              <a:gdLst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3" fmla="*/ 0 w 1790700"/>
                <a:gd name="connsiteY3" fmla="*/ 0 h 3086100"/>
                <a:gd name="connsiteX4" fmla="*/ 19050 w 1790700"/>
                <a:gd name="connsiteY4" fmla="*/ 38100 h 3086100"/>
                <a:gd name="connsiteX5" fmla="*/ 19050 w 1790700"/>
                <a:gd name="connsiteY5" fmla="*/ 57150 h 3086100"/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3" fmla="*/ 0 w 1790700"/>
                <a:gd name="connsiteY3" fmla="*/ 0 h 3086100"/>
                <a:gd name="connsiteX4" fmla="*/ 19050 w 1790700"/>
                <a:gd name="connsiteY4" fmla="*/ 38100 h 3086100"/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3" fmla="*/ 0 w 1790700"/>
                <a:gd name="connsiteY3" fmla="*/ 0 h 3086100"/>
                <a:gd name="connsiteX0" fmla="*/ 57150 w 1790700"/>
                <a:gd name="connsiteY0" fmla="*/ 0 h 3086100"/>
                <a:gd name="connsiteX1" fmla="*/ 1790700 w 1790700"/>
                <a:gd name="connsiteY1" fmla="*/ 3086100 h 3086100"/>
                <a:gd name="connsiteX2" fmla="*/ 0 w 1790700"/>
                <a:gd name="connsiteY2" fmla="*/ 3067050 h 3086100"/>
                <a:gd name="connsiteX0" fmla="*/ 0 w 1733550"/>
                <a:gd name="connsiteY0" fmla="*/ 0 h 3086100"/>
                <a:gd name="connsiteX1" fmla="*/ 1733550 w 1733550"/>
                <a:gd name="connsiteY1" fmla="*/ 3086100 h 3086100"/>
                <a:gd name="connsiteX2" fmla="*/ 613087 w 1733550"/>
                <a:gd name="connsiteY2" fmla="*/ 3077523 h 3086100"/>
                <a:gd name="connsiteX0" fmla="*/ 245654 w 1120463"/>
                <a:gd name="connsiteY0" fmla="*/ 0 h 1525705"/>
                <a:gd name="connsiteX1" fmla="*/ 1120463 w 1120463"/>
                <a:gd name="connsiteY1" fmla="*/ 1525705 h 1525705"/>
                <a:gd name="connsiteX2" fmla="*/ 0 w 1120463"/>
                <a:gd name="connsiteY2" fmla="*/ 1517128 h 1525705"/>
                <a:gd name="connsiteX0" fmla="*/ 811167 w 1120463"/>
                <a:gd name="connsiteY0" fmla="*/ 0 h 1211531"/>
                <a:gd name="connsiteX1" fmla="*/ 1120463 w 1120463"/>
                <a:gd name="connsiteY1" fmla="*/ 1211531 h 1211531"/>
                <a:gd name="connsiteX2" fmla="*/ 0 w 1120463"/>
                <a:gd name="connsiteY2" fmla="*/ 1202954 h 1211531"/>
                <a:gd name="connsiteX0" fmla="*/ 874002 w 1183298"/>
                <a:gd name="connsiteY0" fmla="*/ 0 h 1213426"/>
                <a:gd name="connsiteX1" fmla="*/ 1183298 w 1183298"/>
                <a:gd name="connsiteY1" fmla="*/ 1211531 h 1213426"/>
                <a:gd name="connsiteX2" fmla="*/ 0 w 1183298"/>
                <a:gd name="connsiteY2" fmla="*/ 1213426 h 1213426"/>
                <a:gd name="connsiteX0" fmla="*/ 857693 w 1166989"/>
                <a:gd name="connsiteY0" fmla="*/ 0 h 1213426"/>
                <a:gd name="connsiteX1" fmla="*/ 1166989 w 1166989"/>
                <a:gd name="connsiteY1" fmla="*/ 1211531 h 1213426"/>
                <a:gd name="connsiteX2" fmla="*/ 0 w 1166989"/>
                <a:gd name="connsiteY2" fmla="*/ 1213426 h 1213426"/>
                <a:gd name="connsiteX0" fmla="*/ 1062735 w 1166989"/>
                <a:gd name="connsiteY0" fmla="*/ 0 h 857667"/>
                <a:gd name="connsiteX1" fmla="*/ 1166989 w 1166989"/>
                <a:gd name="connsiteY1" fmla="*/ 855772 h 857667"/>
                <a:gd name="connsiteX2" fmla="*/ 0 w 1166989"/>
                <a:gd name="connsiteY2" fmla="*/ 857667 h 857667"/>
                <a:gd name="connsiteX0" fmla="*/ 1037104 w 1166989"/>
                <a:gd name="connsiteY0" fmla="*/ 0 h 928818"/>
                <a:gd name="connsiteX1" fmla="*/ 1166989 w 1166989"/>
                <a:gd name="connsiteY1" fmla="*/ 926923 h 928818"/>
                <a:gd name="connsiteX2" fmla="*/ 0 w 1166989"/>
                <a:gd name="connsiteY2" fmla="*/ 928818 h 928818"/>
                <a:gd name="connsiteX0" fmla="*/ 1037104 w 1037104"/>
                <a:gd name="connsiteY0" fmla="*/ 0 h 962499"/>
                <a:gd name="connsiteX1" fmla="*/ 791077 w 1037104"/>
                <a:gd name="connsiteY1" fmla="*/ 962499 h 962499"/>
                <a:gd name="connsiteX2" fmla="*/ 0 w 1037104"/>
                <a:gd name="connsiteY2" fmla="*/ 928818 h 962499"/>
                <a:gd name="connsiteX0" fmla="*/ 1037104 w 1037104"/>
                <a:gd name="connsiteY0" fmla="*/ 0 h 962499"/>
                <a:gd name="connsiteX1" fmla="*/ 791077 w 1037104"/>
                <a:gd name="connsiteY1" fmla="*/ 962499 h 962499"/>
                <a:gd name="connsiteX2" fmla="*/ 0 w 1037104"/>
                <a:gd name="connsiteY2" fmla="*/ 955031 h 962499"/>
                <a:gd name="connsiteX0" fmla="*/ 1046547 w 1046547"/>
                <a:gd name="connsiteY0" fmla="*/ 0 h 949391"/>
                <a:gd name="connsiteX1" fmla="*/ 791077 w 1046547"/>
                <a:gd name="connsiteY1" fmla="*/ 949391 h 949391"/>
                <a:gd name="connsiteX2" fmla="*/ 0 w 1046547"/>
                <a:gd name="connsiteY2" fmla="*/ 941923 h 94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6547" h="949391">
                  <a:moveTo>
                    <a:pt x="1046547" y="0"/>
                  </a:moveTo>
                  <a:lnTo>
                    <a:pt x="791077" y="949391"/>
                  </a:lnTo>
                  <a:lnTo>
                    <a:pt x="0" y="941923"/>
                  </a:lnTo>
                </a:path>
              </a:pathLst>
            </a:custGeom>
            <a:gradFill>
              <a:gsLst>
                <a:gs pos="35000">
                  <a:srgbClr val="6CC04A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A4D7EE-4EB9-47BD-B3ED-302482087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 – keep it brief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7891CA3-52AD-419D-A88D-D02C97EA2FDB}"/>
              </a:ext>
            </a:extLst>
          </p:cNvPr>
          <p:cNvSpPr/>
          <p:nvPr/>
        </p:nvSpPr>
        <p:spPr>
          <a:xfrm>
            <a:off x="2286" y="4882896"/>
            <a:ext cx="9141714" cy="192024"/>
          </a:xfrm>
          <a:custGeom>
            <a:avLst/>
            <a:gdLst>
              <a:gd name="connsiteX0" fmla="*/ 8949770 w 12188952"/>
              <a:gd name="connsiteY0" fmla="*/ 0 h 233465"/>
              <a:gd name="connsiteX1" fmla="*/ 12188952 w 12188952"/>
              <a:gd name="connsiteY1" fmla="*/ 0 h 233465"/>
              <a:gd name="connsiteX2" fmla="*/ 12188952 w 12188952"/>
              <a:gd name="connsiteY2" fmla="*/ 114871 h 233465"/>
              <a:gd name="connsiteX3" fmla="*/ 12188952 w 12188952"/>
              <a:gd name="connsiteY3" fmla="*/ 169441 h 233465"/>
              <a:gd name="connsiteX4" fmla="*/ 12188952 w 12188952"/>
              <a:gd name="connsiteY4" fmla="*/ 233465 h 233465"/>
              <a:gd name="connsiteX5" fmla="*/ 9027859 w 12188952"/>
              <a:gd name="connsiteY5" fmla="*/ 233465 h 233465"/>
              <a:gd name="connsiteX6" fmla="*/ 1048596 w 12188952"/>
              <a:gd name="connsiteY6" fmla="*/ 233465 h 233465"/>
              <a:gd name="connsiteX7" fmla="*/ 33436 w 12188952"/>
              <a:gd name="connsiteY7" fmla="*/ 233465 h 233465"/>
              <a:gd name="connsiteX8" fmla="*/ 0 w 12188952"/>
              <a:gd name="connsiteY8" fmla="*/ 233465 h 233465"/>
              <a:gd name="connsiteX9" fmla="*/ 0 w 12188952"/>
              <a:gd name="connsiteY9" fmla="*/ 169375 h 233465"/>
              <a:gd name="connsiteX10" fmla="*/ 0 w 12188952"/>
              <a:gd name="connsiteY10" fmla="*/ 126232 h 233465"/>
              <a:gd name="connsiteX11" fmla="*/ 0 w 12188952"/>
              <a:gd name="connsiteY11" fmla="*/ 109891 h 233465"/>
              <a:gd name="connsiteX12" fmla="*/ 8695556 w 12188952"/>
              <a:gd name="connsiteY12" fmla="*/ 109891 h 233465"/>
              <a:gd name="connsiteX13" fmla="*/ 8949770 w 12188952"/>
              <a:gd name="connsiteY13" fmla="*/ 0 h 233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88952" h="233465">
                <a:moveTo>
                  <a:pt x="8949770" y="0"/>
                </a:moveTo>
                <a:lnTo>
                  <a:pt x="12188952" y="0"/>
                </a:lnTo>
                <a:lnTo>
                  <a:pt x="12188952" y="114871"/>
                </a:lnTo>
                <a:lnTo>
                  <a:pt x="12188952" y="169441"/>
                </a:lnTo>
                <a:lnTo>
                  <a:pt x="12188952" y="233465"/>
                </a:lnTo>
                <a:lnTo>
                  <a:pt x="9027859" y="233465"/>
                </a:lnTo>
                <a:lnTo>
                  <a:pt x="1048596" y="233465"/>
                </a:lnTo>
                <a:lnTo>
                  <a:pt x="33436" y="233465"/>
                </a:lnTo>
                <a:lnTo>
                  <a:pt x="0" y="233465"/>
                </a:lnTo>
                <a:lnTo>
                  <a:pt x="0" y="169375"/>
                </a:lnTo>
                <a:lnTo>
                  <a:pt x="0" y="126232"/>
                </a:lnTo>
                <a:lnTo>
                  <a:pt x="0" y="109891"/>
                </a:lnTo>
                <a:lnTo>
                  <a:pt x="8695556" y="109891"/>
                </a:lnTo>
                <a:lnTo>
                  <a:pt x="89497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5081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rPr>
              <a:t>\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5DF2EEF-1BAC-4B20-8913-75BDE2CA9EC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8675370" y="4975491"/>
            <a:ext cx="339619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700"/>
            </a:lvl1pPr>
          </a:lstStyle>
          <a:p>
            <a:pPr marL="0" marR="0" lvl="0" indent="0" algn="r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874BA-B114-4D1F-A449-70AD1C45E88A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ea typeface="MS PGothic" pitchFamily="34" charset="-128"/>
              </a:rPr>
              <a:pPr marL="0" marR="0" lvl="0" indent="0" algn="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ea typeface="MS PGothic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D1A75-0B7B-4C63-BB42-B08A8AAB7376}"/>
              </a:ext>
            </a:extLst>
          </p:cNvPr>
          <p:cNvSpPr/>
          <p:nvPr/>
        </p:nvSpPr>
        <p:spPr>
          <a:xfrm>
            <a:off x="372487" y="292058"/>
            <a:ext cx="716672" cy="34289"/>
          </a:xfrm>
          <a:prstGeom prst="rect">
            <a:avLst/>
          </a:prstGeom>
          <a:solidFill>
            <a:srgbClr val="5AB7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5"/>
          </a:p>
        </p:txBody>
      </p:sp>
    </p:spTree>
    <p:extLst>
      <p:ext uri="{BB962C8B-B14F-4D97-AF65-F5344CB8AC3E}">
        <p14:creationId xmlns:p14="http://schemas.microsoft.com/office/powerpoint/2010/main" val="230059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oals &amp;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/>
          </p:cNvSpPr>
          <p:nvPr>
            <p:ph type="pic" idx="13"/>
          </p:nvPr>
        </p:nvSpPr>
        <p:spPr>
          <a:xfrm>
            <a:off x="-6515" y="-10649"/>
            <a:ext cx="4899710" cy="5165861"/>
          </a:xfrm>
          <a:custGeom>
            <a:avLst/>
            <a:gdLst>
              <a:gd name="connsiteX0" fmla="*/ 0 w 4886263"/>
              <a:gd name="connsiteY0" fmla="*/ 0 h 5165861"/>
              <a:gd name="connsiteX1" fmla="*/ 3715514 w 4886263"/>
              <a:gd name="connsiteY1" fmla="*/ 0 h 5165861"/>
              <a:gd name="connsiteX2" fmla="*/ 4886263 w 4886263"/>
              <a:gd name="connsiteY2" fmla="*/ 1170749 h 5165861"/>
              <a:gd name="connsiteX3" fmla="*/ 4886263 w 4886263"/>
              <a:gd name="connsiteY3" fmla="*/ 5165861 h 5165861"/>
              <a:gd name="connsiteX4" fmla="*/ 0 w 4886263"/>
              <a:gd name="connsiteY4" fmla="*/ 5165861 h 5165861"/>
              <a:gd name="connsiteX5" fmla="*/ 0 w 4886263"/>
              <a:gd name="connsiteY5" fmla="*/ 0 h 5165861"/>
              <a:gd name="connsiteX0" fmla="*/ 0 w 4886263"/>
              <a:gd name="connsiteY0" fmla="*/ 0 h 5165861"/>
              <a:gd name="connsiteX1" fmla="*/ 3715514 w 4886263"/>
              <a:gd name="connsiteY1" fmla="*/ 0 h 5165861"/>
              <a:gd name="connsiteX2" fmla="*/ 4886263 w 4886263"/>
              <a:gd name="connsiteY2" fmla="*/ 1170749 h 5165861"/>
              <a:gd name="connsiteX3" fmla="*/ 1779992 w 4886263"/>
              <a:gd name="connsiteY3" fmla="*/ 5159138 h 5165861"/>
              <a:gd name="connsiteX4" fmla="*/ 0 w 4886263"/>
              <a:gd name="connsiteY4" fmla="*/ 5165861 h 5165861"/>
              <a:gd name="connsiteX5" fmla="*/ 0 w 4886263"/>
              <a:gd name="connsiteY5" fmla="*/ 0 h 5165861"/>
              <a:gd name="connsiteX0" fmla="*/ 0 w 4899710"/>
              <a:gd name="connsiteY0" fmla="*/ 0 h 5165861"/>
              <a:gd name="connsiteX1" fmla="*/ 3715514 w 4899710"/>
              <a:gd name="connsiteY1" fmla="*/ 0 h 5165861"/>
              <a:gd name="connsiteX2" fmla="*/ 4899710 w 4899710"/>
              <a:gd name="connsiteY2" fmla="*/ 1594331 h 5165861"/>
              <a:gd name="connsiteX3" fmla="*/ 1779992 w 4899710"/>
              <a:gd name="connsiteY3" fmla="*/ 5159138 h 5165861"/>
              <a:gd name="connsiteX4" fmla="*/ 0 w 4899710"/>
              <a:gd name="connsiteY4" fmla="*/ 5165861 h 5165861"/>
              <a:gd name="connsiteX5" fmla="*/ 0 w 4899710"/>
              <a:gd name="connsiteY5" fmla="*/ 0 h 516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99710" h="5165861">
                <a:moveTo>
                  <a:pt x="0" y="0"/>
                </a:moveTo>
                <a:lnTo>
                  <a:pt x="3715514" y="0"/>
                </a:lnTo>
                <a:lnTo>
                  <a:pt x="4899710" y="1594331"/>
                </a:lnTo>
                <a:lnTo>
                  <a:pt x="1779992" y="5159138"/>
                </a:lnTo>
                <a:lnTo>
                  <a:pt x="0" y="5165861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39" tIns="45719" rIns="91439" bIns="45719" anchor="t">
            <a:noAutofit/>
          </a:bodyPr>
          <a:lstStyle>
            <a:lvl1pPr>
              <a:defRPr sz="1000"/>
            </a:lvl1pPr>
          </a:lstStyle>
          <a:p>
            <a:endParaRPr/>
          </a:p>
        </p:txBody>
      </p:sp>
      <p:sp>
        <p:nvSpPr>
          <p:cNvPr id="375" name="Shape 375"/>
          <p:cNvSpPr/>
          <p:nvPr/>
        </p:nvSpPr>
        <p:spPr>
          <a:xfrm>
            <a:off x="483219" y="663542"/>
            <a:ext cx="8087452" cy="0"/>
          </a:xfrm>
          <a:prstGeom prst="line">
            <a:avLst/>
          </a:prstGeom>
          <a:ln w="12700">
            <a:solidFill>
              <a:srgbClr val="A9AFBA"/>
            </a:solidFill>
            <a:miter lim="400000"/>
          </a:ln>
        </p:spPr>
        <p:txBody>
          <a:bodyPr lIns="19051" tIns="19051" rIns="19051" bIns="19051" anchor="ctr"/>
          <a:lstStyle/>
          <a:p>
            <a:pPr>
              <a:defRPr sz="3200"/>
            </a:pPr>
            <a:endParaRPr sz="1200"/>
          </a:p>
        </p:txBody>
      </p:sp>
      <p:sp>
        <p:nvSpPr>
          <p:cNvPr id="376" name="Shape 376"/>
          <p:cNvSpPr>
            <a:spLocks noGrp="1"/>
          </p:cNvSpPr>
          <p:nvPr>
            <p:ph type="title"/>
          </p:nvPr>
        </p:nvSpPr>
        <p:spPr>
          <a:xfrm>
            <a:off x="456755" y="410771"/>
            <a:ext cx="7239017" cy="272757"/>
          </a:xfrm>
          <a:prstGeom prst="rect">
            <a:avLst/>
          </a:prstGeom>
        </p:spPr>
        <p:txBody>
          <a:bodyPr anchor="t"/>
          <a:lstStyle>
            <a:lvl1pPr algn="l">
              <a:defRPr sz="1313" cap="all">
                <a:solidFill>
                  <a:schemeClr val="bg2">
                    <a:lumMod val="25000"/>
                  </a:schemeClr>
                </a:solidFill>
                <a:latin typeface="Geomanist Bold"/>
                <a:ea typeface="Geomanist Bold"/>
                <a:cs typeface="Geomanist Bold"/>
                <a:sym typeface="Geomanist Bold"/>
              </a:defRPr>
            </a:lvl1pPr>
          </a:lstStyle>
          <a:p>
            <a:r>
              <a:t>Title Text</a:t>
            </a:r>
          </a:p>
        </p:txBody>
      </p:sp>
      <p:pic>
        <p:nvPicPr>
          <p:cNvPr id="2" name="Picture 1" descr="A black background with text&#10;&#10;Description automatically generated">
            <a:extLst>
              <a:ext uri="{FF2B5EF4-FFF2-40B4-BE49-F238E27FC236}">
                <a16:creationId xmlns:a16="http://schemas.microsoft.com/office/drawing/2014/main" id="{646DA220-D324-B090-5C1C-B466FD44D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77" y="4810055"/>
            <a:ext cx="796636" cy="27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7894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510773" y="578514"/>
            <a:ext cx="6858000" cy="549029"/>
          </a:xfrm>
        </p:spPr>
        <p:txBody>
          <a:bodyPr anchor="b">
            <a:normAutofit/>
          </a:bodyPr>
          <a:lstStyle>
            <a:lvl1pPr algn="l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510773" y="1057698"/>
            <a:ext cx="6858000" cy="215292"/>
          </a:xfrm>
        </p:spPr>
        <p:txBody>
          <a:bodyPr>
            <a:normAutofit/>
          </a:bodyPr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 descr="A black background with text&#10;&#10;Description automatically generated">
            <a:extLst>
              <a:ext uri="{FF2B5EF4-FFF2-40B4-BE49-F238E27FC236}">
                <a16:creationId xmlns:a16="http://schemas.microsoft.com/office/drawing/2014/main" id="{1A5BE7D6-2B41-CD8B-11EE-C703235F7C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77" y="4810055"/>
            <a:ext cx="796636" cy="276433"/>
          </a:xfrm>
          <a:prstGeom prst="rect">
            <a:avLst/>
          </a:prstGeom>
        </p:spPr>
      </p:pic>
      <p:sp>
        <p:nvSpPr>
          <p:cNvPr id="3" name="Shape 2404">
            <a:extLst>
              <a:ext uri="{FF2B5EF4-FFF2-40B4-BE49-F238E27FC236}">
                <a16:creationId xmlns:a16="http://schemas.microsoft.com/office/drawing/2014/main" id="{709921F4-24CA-AB20-3B94-F7888DEEECDB}"/>
              </a:ext>
            </a:extLst>
          </p:cNvPr>
          <p:cNvSpPr/>
          <p:nvPr/>
        </p:nvSpPr>
        <p:spPr>
          <a:xfrm>
            <a:off x="483219" y="663542"/>
            <a:ext cx="8087452" cy="0"/>
          </a:xfrm>
          <a:prstGeom prst="line">
            <a:avLst/>
          </a:prstGeom>
          <a:ln w="12700">
            <a:solidFill>
              <a:srgbClr val="A9AFBA"/>
            </a:solidFill>
            <a:miter lim="400000"/>
          </a:ln>
        </p:spPr>
        <p:txBody>
          <a:bodyPr lIns="19051" tIns="19051" rIns="19051" bIns="19051" anchor="ctr"/>
          <a:lstStyle/>
          <a:p>
            <a:pPr>
              <a:defRPr sz="3200"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813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888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384">
          <p15:clr>
            <a:srgbClr val="FBAE40"/>
          </p15:clr>
        </p15:guide>
        <p15:guide id="6" pos="7296">
          <p15:clr>
            <a:srgbClr val="FBAE40"/>
          </p15:clr>
        </p15:guide>
        <p15:guide id="7" orient="horz" pos="403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-third/Two-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1C446A1-265A-4DAE-946F-92FDA59633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6244" y="1136165"/>
            <a:ext cx="2668191" cy="3525012"/>
          </a:xfrm>
          <a:ln>
            <a:solidFill>
              <a:schemeClr val="bg2"/>
            </a:solidFill>
          </a:ln>
        </p:spPr>
        <p:txBody>
          <a:bodyPr bIns="731520" anchor="ctr" anchorCtr="0"/>
          <a:lstStyle>
            <a:lvl1pPr marL="0" indent="0" algn="ctr">
              <a:buFontTx/>
              <a:buNone/>
              <a:defRPr sz="135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FB4FC-DBF3-4C25-B966-AEA10F97ECFF}"/>
              </a:ext>
            </a:extLst>
          </p:cNvPr>
          <p:cNvSpPr/>
          <p:nvPr userDrawn="1"/>
        </p:nvSpPr>
        <p:spPr>
          <a:xfrm>
            <a:off x="0" y="1131999"/>
            <a:ext cx="383609" cy="3533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s-PE" sz="1406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3441120" y="1136165"/>
            <a:ext cx="5301710" cy="3525012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b="0" dirty="0"/>
            </a:lvl2pPr>
            <a:lvl3pPr>
              <a:defRPr lang="en-US" b="0" dirty="0"/>
            </a:lvl3pPr>
            <a:lvl4pPr>
              <a:defRPr lang="en-US" b="0" dirty="0"/>
            </a:lvl4pPr>
            <a:lvl5pPr>
              <a:defRPr lang="en-US" b="0" dirty="0"/>
            </a:lvl5pPr>
          </a:lstStyle>
          <a:p>
            <a:pPr lvl="0"/>
            <a:r>
              <a:rPr lang="en-US"/>
              <a:t>Add text</a:t>
            </a:r>
          </a:p>
          <a:p>
            <a:pPr marL="493776" lvl="1" indent="-203771"/>
            <a:r>
              <a:rPr lang="en-US"/>
              <a:t>Second level</a:t>
            </a:r>
          </a:p>
          <a:p>
            <a:pPr marL="685800" lvl="2" indent="-157734"/>
            <a:r>
              <a:rPr lang="en-US"/>
              <a:t>Third level</a:t>
            </a:r>
          </a:p>
          <a:p>
            <a:pPr marL="898398" lvl="3" indent="-157734"/>
            <a:r>
              <a:rPr lang="en-US"/>
              <a:t>Fourth level</a:t>
            </a:r>
          </a:p>
          <a:p>
            <a:pPr marL="1083564" lvl="4" indent="-137160"/>
            <a:r>
              <a:rPr lang="en-US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 userDrawn="1">
            <p:ph type="title" hasCustomPrompt="1"/>
          </p:nvPr>
        </p:nvSpPr>
        <p:spPr/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add title – keep it brief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C10FBDB-41E4-496C-8570-6220B8FEEEEC}"/>
              </a:ext>
            </a:extLst>
          </p:cNvPr>
          <p:cNvSpPr/>
          <p:nvPr userDrawn="1"/>
        </p:nvSpPr>
        <p:spPr>
          <a:xfrm flipH="1" flipV="1">
            <a:off x="3218136" y="1331629"/>
            <a:ext cx="144140" cy="149030"/>
          </a:xfrm>
          <a:custGeom>
            <a:avLst/>
            <a:gdLst>
              <a:gd name="connsiteX0" fmla="*/ 184242 w 192186"/>
              <a:gd name="connsiteY0" fmla="*/ 198707 h 198707"/>
              <a:gd name="connsiteX1" fmla="*/ 0 w 192186"/>
              <a:gd name="connsiteY1" fmla="*/ 198707 h 198707"/>
              <a:gd name="connsiteX2" fmla="*/ 192186 w 192186"/>
              <a:gd name="connsiteY2" fmla="*/ 0 h 198707"/>
              <a:gd name="connsiteX3" fmla="*/ 192186 w 192186"/>
              <a:gd name="connsiteY3" fmla="*/ 190494 h 198707"/>
              <a:gd name="connsiteX4" fmla="*/ 184242 w 192186"/>
              <a:gd name="connsiteY4" fmla="*/ 198707 h 19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186" h="198707">
                <a:moveTo>
                  <a:pt x="184242" y="198707"/>
                </a:moveTo>
                <a:lnTo>
                  <a:pt x="0" y="198707"/>
                </a:lnTo>
                <a:lnTo>
                  <a:pt x="192186" y="0"/>
                </a:lnTo>
                <a:lnTo>
                  <a:pt x="192186" y="190494"/>
                </a:lnTo>
                <a:lnTo>
                  <a:pt x="184242" y="198707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406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9AA358-93D1-4A98-8192-5C6848FF5637}"/>
              </a:ext>
            </a:extLst>
          </p:cNvPr>
          <p:cNvGrpSpPr/>
          <p:nvPr userDrawn="1"/>
        </p:nvGrpSpPr>
        <p:grpSpPr>
          <a:xfrm flipH="1" flipV="1">
            <a:off x="3141086" y="1693650"/>
            <a:ext cx="114206" cy="2970514"/>
            <a:chOff x="5814441" y="100216"/>
            <a:chExt cx="152274" cy="3960685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00F9B5-D11A-42C7-A085-B7347EFF12EA}"/>
                </a:ext>
              </a:extLst>
            </p:cNvPr>
            <p:cNvSpPr/>
            <p:nvPr userDrawn="1"/>
          </p:nvSpPr>
          <p:spPr>
            <a:xfrm rot="5400000" flipH="1">
              <a:off x="4300442" y="1617453"/>
              <a:ext cx="3168650" cy="140652"/>
            </a:xfrm>
            <a:custGeom>
              <a:avLst/>
              <a:gdLst>
                <a:gd name="connsiteX0" fmla="*/ 0 w 3168650"/>
                <a:gd name="connsiteY0" fmla="*/ 140653 h 140652"/>
                <a:gd name="connsiteX1" fmla="*/ 143446 w 3168650"/>
                <a:gd name="connsiteY1" fmla="*/ 0 h 140652"/>
                <a:gd name="connsiteX2" fmla="*/ 3168650 w 3168650"/>
                <a:gd name="connsiteY2" fmla="*/ 0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8650" h="140652">
                  <a:moveTo>
                    <a:pt x="0" y="140653"/>
                  </a:moveTo>
                  <a:lnTo>
                    <a:pt x="143446" y="0"/>
                  </a:lnTo>
                  <a:lnTo>
                    <a:pt x="3168650" y="0"/>
                  </a:lnTo>
                </a:path>
              </a:pathLst>
            </a:custGeom>
            <a:noFill/>
            <a:ln w="317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EC9204-FD4F-4CE8-91AF-DE8DF44443BF}"/>
                </a:ext>
              </a:extLst>
            </p:cNvPr>
            <p:cNvSpPr/>
            <p:nvPr userDrawn="1"/>
          </p:nvSpPr>
          <p:spPr>
            <a:xfrm rot="5400000" flipH="1">
              <a:off x="5894038" y="42209"/>
              <a:ext cx="6350" cy="122364"/>
            </a:xfrm>
            <a:custGeom>
              <a:avLst/>
              <a:gdLst>
                <a:gd name="connsiteX0" fmla="*/ 0 w 6350"/>
                <a:gd name="connsiteY0" fmla="*/ 122364 h 122364"/>
                <a:gd name="connsiteX1" fmla="*/ 0 w 6350"/>
                <a:gd name="connsiteY1" fmla="*/ 0 h 122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22364">
                  <a:moveTo>
                    <a:pt x="0" y="122364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6FBE4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2B22EF-7194-4330-9499-C535CE0BFFB9}"/>
                </a:ext>
              </a:extLst>
            </p:cNvPr>
            <p:cNvSpPr/>
            <p:nvPr userDrawn="1"/>
          </p:nvSpPr>
          <p:spPr>
            <a:xfrm rot="5400000" flipH="1">
              <a:off x="5839080" y="187847"/>
              <a:ext cx="43688" cy="43687"/>
            </a:xfrm>
            <a:custGeom>
              <a:avLst/>
              <a:gdLst>
                <a:gd name="connsiteX0" fmla="*/ 0 w 43688"/>
                <a:gd name="connsiteY0" fmla="*/ 0 h 43687"/>
                <a:gd name="connsiteX1" fmla="*/ 43688 w 43688"/>
                <a:gd name="connsiteY1" fmla="*/ 0 h 43687"/>
                <a:gd name="connsiteX2" fmla="*/ 43688 w 43688"/>
                <a:gd name="connsiteY2" fmla="*/ 43688 h 43687"/>
                <a:gd name="connsiteX3" fmla="*/ 0 w 43688"/>
                <a:gd name="connsiteY3" fmla="*/ 43688 h 43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88" h="43687">
                  <a:moveTo>
                    <a:pt x="0" y="0"/>
                  </a:moveTo>
                  <a:lnTo>
                    <a:pt x="43688" y="0"/>
                  </a:lnTo>
                  <a:lnTo>
                    <a:pt x="43688" y="43688"/>
                  </a:lnTo>
                  <a:lnTo>
                    <a:pt x="0" y="43688"/>
                  </a:lnTo>
                  <a:close/>
                </a:path>
              </a:pathLst>
            </a:custGeom>
            <a:noFill/>
            <a:ln w="3175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51B48D0-28E6-4566-AC8C-8BCA46B8EB71}"/>
                </a:ext>
              </a:extLst>
            </p:cNvPr>
            <p:cNvSpPr/>
            <p:nvPr userDrawn="1"/>
          </p:nvSpPr>
          <p:spPr>
            <a:xfrm rot="5400000" flipH="1">
              <a:off x="5824887" y="232582"/>
              <a:ext cx="254063" cy="6350"/>
            </a:xfrm>
            <a:custGeom>
              <a:avLst/>
              <a:gdLst>
                <a:gd name="connsiteX0" fmla="*/ 0 w 254063"/>
                <a:gd name="connsiteY0" fmla="*/ 0 h 6350"/>
                <a:gd name="connsiteX1" fmla="*/ 254064 w 25406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4063" h="6350">
                  <a:moveTo>
                    <a:pt x="0" y="0"/>
                  </a:moveTo>
                  <a:lnTo>
                    <a:pt x="254064" y="0"/>
                  </a:lnTo>
                </a:path>
              </a:pathLst>
            </a:custGeom>
            <a:ln w="19050" cap="flat">
              <a:solidFill>
                <a:srgbClr val="6FBE4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8150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3D4647"/>
                </a:solidFill>
                <a:effectLst/>
                <a:uLnTx/>
                <a:uFillTx/>
                <a:latin typeface="PTCRaleway" panose="020B0503030101060003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Graphic 42">
              <a:extLst>
                <a:ext uri="{FF2B5EF4-FFF2-40B4-BE49-F238E27FC236}">
                  <a16:creationId xmlns:a16="http://schemas.microsoft.com/office/drawing/2014/main" id="{C6B1C5CA-41F1-4426-98F4-3E4AF7A60900}"/>
                </a:ext>
              </a:extLst>
            </p:cNvPr>
            <p:cNvGrpSpPr/>
            <p:nvPr userDrawn="1"/>
          </p:nvGrpSpPr>
          <p:grpSpPr>
            <a:xfrm rot="5400000" flipH="1">
              <a:off x="5485925" y="3580111"/>
              <a:ext cx="895032" cy="66548"/>
              <a:chOff x="7926578" y="441451"/>
              <a:chExt cx="895032" cy="66548"/>
            </a:xfrm>
            <a:solidFill>
              <a:srgbClr val="75BF43">
                <a:alpha val="57000"/>
              </a:srgbClr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315CD34-8FD2-4C9B-AC92-65F0686FC794}"/>
                  </a:ext>
                </a:extLst>
              </p:cNvPr>
              <p:cNvSpPr/>
              <p:nvPr/>
            </p:nvSpPr>
            <p:spPr>
              <a:xfrm>
                <a:off x="8479726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DBB9E60F-7FEA-4986-9593-FE7C2A7A0BEE}"/>
                  </a:ext>
                </a:extLst>
              </p:cNvPr>
              <p:cNvSpPr/>
              <p:nvPr/>
            </p:nvSpPr>
            <p:spPr>
              <a:xfrm>
                <a:off x="8437181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CF87503-2F47-4241-B16F-609CDF979EF7}"/>
                  </a:ext>
                </a:extLst>
              </p:cNvPr>
              <p:cNvSpPr/>
              <p:nvPr/>
            </p:nvSpPr>
            <p:spPr>
              <a:xfrm>
                <a:off x="8394636" y="441451"/>
                <a:ext cx="89281" cy="66548"/>
              </a:xfrm>
              <a:custGeom>
                <a:avLst/>
                <a:gdLst>
                  <a:gd name="connsiteX0" fmla="*/ 68707 w 89281"/>
                  <a:gd name="connsiteY0" fmla="*/ 0 h 66548"/>
                  <a:gd name="connsiteX1" fmla="*/ 0 w 89281"/>
                  <a:gd name="connsiteY1" fmla="*/ 66548 h 66548"/>
                  <a:gd name="connsiteX2" fmla="*/ 20574 w 89281"/>
                  <a:gd name="connsiteY2" fmla="*/ 66548 h 66548"/>
                  <a:gd name="connsiteX3" fmla="*/ 89281 w 89281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1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31AE9E1-0D40-477D-B828-7B485AA8FEBE}"/>
                  </a:ext>
                </a:extLst>
              </p:cNvPr>
              <p:cNvSpPr/>
              <p:nvPr/>
            </p:nvSpPr>
            <p:spPr>
              <a:xfrm>
                <a:off x="8352091" y="441451"/>
                <a:ext cx="89280" cy="66548"/>
              </a:xfrm>
              <a:custGeom>
                <a:avLst/>
                <a:gdLst>
                  <a:gd name="connsiteX0" fmla="*/ 68707 w 89280"/>
                  <a:gd name="connsiteY0" fmla="*/ 0 h 66548"/>
                  <a:gd name="connsiteX1" fmla="*/ 0 w 89280"/>
                  <a:gd name="connsiteY1" fmla="*/ 66548 h 66548"/>
                  <a:gd name="connsiteX2" fmla="*/ 20574 w 89280"/>
                  <a:gd name="connsiteY2" fmla="*/ 66548 h 66548"/>
                  <a:gd name="connsiteX3" fmla="*/ 89281 w 89280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0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525459E-750F-4BD8-80DD-701FC6FAF98D}"/>
                  </a:ext>
                </a:extLst>
              </p:cNvPr>
              <p:cNvSpPr/>
              <p:nvPr/>
            </p:nvSpPr>
            <p:spPr>
              <a:xfrm>
                <a:off x="8139303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895DC87E-6E80-4FCF-AA30-E2B8D5E5BDC7}"/>
                  </a:ext>
                </a:extLst>
              </p:cNvPr>
              <p:cNvSpPr/>
              <p:nvPr/>
            </p:nvSpPr>
            <p:spPr>
              <a:xfrm>
                <a:off x="8181847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9B0C054-0F13-42F8-B62B-6829F5EB2EE0}"/>
                  </a:ext>
                </a:extLst>
              </p:cNvPr>
              <p:cNvSpPr/>
              <p:nvPr/>
            </p:nvSpPr>
            <p:spPr>
              <a:xfrm>
                <a:off x="8267001" y="441451"/>
                <a:ext cx="89280" cy="66548"/>
              </a:xfrm>
              <a:custGeom>
                <a:avLst/>
                <a:gdLst>
                  <a:gd name="connsiteX0" fmla="*/ 68643 w 89280"/>
                  <a:gd name="connsiteY0" fmla="*/ 0 h 66548"/>
                  <a:gd name="connsiteX1" fmla="*/ 0 w 89280"/>
                  <a:gd name="connsiteY1" fmla="*/ 66548 h 66548"/>
                  <a:gd name="connsiteX2" fmla="*/ 20574 w 89280"/>
                  <a:gd name="connsiteY2" fmla="*/ 66548 h 66548"/>
                  <a:gd name="connsiteX3" fmla="*/ 89281 w 89280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0" h="66548">
                    <a:moveTo>
                      <a:pt x="68643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6FDE56B-60ED-4977-ADE4-AE90854852A3}"/>
                  </a:ext>
                </a:extLst>
              </p:cNvPr>
              <p:cNvSpPr/>
              <p:nvPr/>
            </p:nvSpPr>
            <p:spPr>
              <a:xfrm>
                <a:off x="8224393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7ACBB9B-018A-456B-BEA2-D1E41A2F0C44}"/>
                  </a:ext>
                </a:extLst>
              </p:cNvPr>
              <p:cNvSpPr/>
              <p:nvPr/>
            </p:nvSpPr>
            <p:spPr>
              <a:xfrm>
                <a:off x="8309546" y="441451"/>
                <a:ext cx="89281" cy="66548"/>
              </a:xfrm>
              <a:custGeom>
                <a:avLst/>
                <a:gdLst>
                  <a:gd name="connsiteX0" fmla="*/ 68644 w 89281"/>
                  <a:gd name="connsiteY0" fmla="*/ 0 h 66548"/>
                  <a:gd name="connsiteX1" fmla="*/ 0 w 89281"/>
                  <a:gd name="connsiteY1" fmla="*/ 66548 h 66548"/>
                  <a:gd name="connsiteX2" fmla="*/ 20574 w 89281"/>
                  <a:gd name="connsiteY2" fmla="*/ 66548 h 66548"/>
                  <a:gd name="connsiteX3" fmla="*/ 89281 w 89281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281" h="66548">
                    <a:moveTo>
                      <a:pt x="68644" y="0"/>
                    </a:moveTo>
                    <a:lnTo>
                      <a:pt x="0" y="66548"/>
                    </a:lnTo>
                    <a:lnTo>
                      <a:pt x="20574" y="66548"/>
                    </a:lnTo>
                    <a:lnTo>
                      <a:pt x="89281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E3826E36-AE13-46DA-ABCB-5DC29475648A}"/>
                  </a:ext>
                </a:extLst>
              </p:cNvPr>
              <p:cNvSpPr/>
              <p:nvPr/>
            </p:nvSpPr>
            <p:spPr>
              <a:xfrm>
                <a:off x="8522271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EFF066B-7A01-426B-A324-435302C07BE3}"/>
                  </a:ext>
                </a:extLst>
              </p:cNvPr>
              <p:cNvSpPr/>
              <p:nvPr/>
            </p:nvSpPr>
            <p:spPr>
              <a:xfrm>
                <a:off x="8693975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0782F6E-0DE5-4FC5-BD2E-E587B5DBB2E0}"/>
                  </a:ext>
                </a:extLst>
              </p:cNvPr>
              <p:cNvSpPr/>
              <p:nvPr/>
            </p:nvSpPr>
            <p:spPr>
              <a:xfrm>
                <a:off x="8821610" y="508000"/>
                <a:ext cx="6350" cy="6350"/>
              </a:xfrm>
              <a:custGeom>
                <a:avLst/>
                <a:gdLst>
                  <a:gd name="connsiteX0" fmla="*/ 0 w 6350"/>
                  <a:gd name="connsiteY0" fmla="*/ 0 h 6350"/>
                  <a:gd name="connsiteX1" fmla="*/ 0 w 6350"/>
                  <a:gd name="connsiteY1" fmla="*/ 0 h 6350"/>
                  <a:gd name="connsiteX2" fmla="*/ 0 w 6350"/>
                  <a:gd name="connsiteY2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50" h="635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C70567F-3B3C-42DF-9F9B-415E4945ACF5}"/>
                  </a:ext>
                </a:extLst>
              </p:cNvPr>
              <p:cNvSpPr/>
              <p:nvPr/>
            </p:nvSpPr>
            <p:spPr>
              <a:xfrm>
                <a:off x="8564816" y="441451"/>
                <a:ext cx="90868" cy="66548"/>
              </a:xfrm>
              <a:custGeom>
                <a:avLst/>
                <a:gdLst>
                  <a:gd name="connsiteX0" fmla="*/ 68707 w 90868"/>
                  <a:gd name="connsiteY0" fmla="*/ 0 h 66548"/>
                  <a:gd name="connsiteX1" fmla="*/ 0 w 90868"/>
                  <a:gd name="connsiteY1" fmla="*/ 66548 h 66548"/>
                  <a:gd name="connsiteX2" fmla="*/ 22161 w 90868"/>
                  <a:gd name="connsiteY2" fmla="*/ 66548 h 66548"/>
                  <a:gd name="connsiteX3" fmla="*/ 90868 w 90868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868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2161" y="66548"/>
                    </a:lnTo>
                    <a:lnTo>
                      <a:pt x="90868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D2A115A-5233-4F62-9130-0679A53ABA91}"/>
                  </a:ext>
                </a:extLst>
              </p:cNvPr>
              <p:cNvSpPr/>
              <p:nvPr/>
            </p:nvSpPr>
            <p:spPr>
              <a:xfrm>
                <a:off x="8651430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2B36BAB-71C7-4750-B5B9-39A588F94C17}"/>
                  </a:ext>
                </a:extLst>
              </p:cNvPr>
              <p:cNvSpPr/>
              <p:nvPr/>
            </p:nvSpPr>
            <p:spPr>
              <a:xfrm>
                <a:off x="8608885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61E9087-FAFB-4444-93B1-99E04D96852A}"/>
                  </a:ext>
                </a:extLst>
              </p:cNvPr>
              <p:cNvSpPr/>
              <p:nvPr/>
            </p:nvSpPr>
            <p:spPr>
              <a:xfrm>
                <a:off x="8096757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AD44082-91D8-4352-A90C-215687FA9652}"/>
                  </a:ext>
                </a:extLst>
              </p:cNvPr>
              <p:cNvSpPr/>
              <p:nvPr/>
            </p:nvSpPr>
            <p:spPr>
              <a:xfrm>
                <a:off x="8011668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B01ADED-A270-4CBD-900F-79F3858BD477}"/>
                  </a:ext>
                </a:extLst>
              </p:cNvPr>
              <p:cNvSpPr/>
              <p:nvPr/>
            </p:nvSpPr>
            <p:spPr>
              <a:xfrm>
                <a:off x="8054213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6C86AFB-B5D4-48B9-8578-B6AFFB9D45F5}"/>
                  </a:ext>
                </a:extLst>
              </p:cNvPr>
              <p:cNvSpPr/>
              <p:nvPr/>
            </p:nvSpPr>
            <p:spPr>
              <a:xfrm>
                <a:off x="7969122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5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5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01788A0-8803-419B-9D37-17A354FFA10D}"/>
                  </a:ext>
                </a:extLst>
              </p:cNvPr>
              <p:cNvSpPr/>
              <p:nvPr/>
            </p:nvSpPr>
            <p:spPr>
              <a:xfrm>
                <a:off x="7926578" y="441451"/>
                <a:ext cx="89344" cy="66548"/>
              </a:xfrm>
              <a:custGeom>
                <a:avLst/>
                <a:gdLst>
                  <a:gd name="connsiteX0" fmla="*/ 68707 w 89344"/>
                  <a:gd name="connsiteY0" fmla="*/ 0 h 66548"/>
                  <a:gd name="connsiteX1" fmla="*/ 0 w 89344"/>
                  <a:gd name="connsiteY1" fmla="*/ 66548 h 66548"/>
                  <a:gd name="connsiteX2" fmla="*/ 20638 w 89344"/>
                  <a:gd name="connsiteY2" fmla="*/ 66548 h 66548"/>
                  <a:gd name="connsiteX3" fmla="*/ 89344 w 89344"/>
                  <a:gd name="connsiteY3" fmla="*/ 0 h 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344" h="66548">
                    <a:moveTo>
                      <a:pt x="68707" y="0"/>
                    </a:moveTo>
                    <a:lnTo>
                      <a:pt x="0" y="66548"/>
                    </a:lnTo>
                    <a:lnTo>
                      <a:pt x="20638" y="66548"/>
                    </a:lnTo>
                    <a:lnTo>
                      <a:pt x="89344" y="0"/>
                    </a:ln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49DB3F-FFFC-48F7-8713-8057BC16BE9D}"/>
                </a:ext>
              </a:extLst>
            </p:cNvPr>
            <p:cNvGrpSpPr/>
            <p:nvPr userDrawn="1"/>
          </p:nvGrpSpPr>
          <p:grpSpPr>
            <a:xfrm rot="10800000">
              <a:off x="5862067" y="2566874"/>
              <a:ext cx="73151" cy="522033"/>
              <a:chOff x="5390750" y="3681616"/>
              <a:chExt cx="73151" cy="522033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ED48782-641A-408A-8DE2-B0CAC39562A6}"/>
                  </a:ext>
                </a:extLst>
              </p:cNvPr>
              <p:cNvSpPr/>
              <p:nvPr/>
            </p:nvSpPr>
            <p:spPr>
              <a:xfrm rot="16200000" flipH="1">
                <a:off x="5405100" y="3681616"/>
                <a:ext cx="43688" cy="43687"/>
              </a:xfrm>
              <a:custGeom>
                <a:avLst/>
                <a:gdLst>
                  <a:gd name="connsiteX0" fmla="*/ 0 w 43688"/>
                  <a:gd name="connsiteY0" fmla="*/ 0 h 43687"/>
                  <a:gd name="connsiteX1" fmla="*/ 43688 w 43688"/>
                  <a:gd name="connsiteY1" fmla="*/ 0 h 43687"/>
                  <a:gd name="connsiteX2" fmla="*/ 43688 w 43688"/>
                  <a:gd name="connsiteY2" fmla="*/ 43688 h 43687"/>
                  <a:gd name="connsiteX3" fmla="*/ 0 w 43688"/>
                  <a:gd name="connsiteY3" fmla="*/ 43688 h 4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688" h="43687">
                    <a:moveTo>
                      <a:pt x="0" y="0"/>
                    </a:moveTo>
                    <a:lnTo>
                      <a:pt x="43688" y="0"/>
                    </a:lnTo>
                    <a:lnTo>
                      <a:pt x="43688" y="43688"/>
                    </a:lnTo>
                    <a:lnTo>
                      <a:pt x="0" y="43688"/>
                    </a:lnTo>
                    <a:close/>
                  </a:path>
                </a:pathLst>
              </a:custGeom>
              <a:noFill/>
              <a:ln w="3175" cap="flat">
                <a:solidFill>
                  <a:schemeClr val="bg1">
                    <a:lumMod val="5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2296E5C-5725-47EA-95EF-53CE28B8AC9D}"/>
                  </a:ext>
                </a:extLst>
              </p:cNvPr>
              <p:cNvSpPr/>
              <p:nvPr/>
            </p:nvSpPr>
            <p:spPr>
              <a:xfrm rot="16200000" flipH="1">
                <a:off x="5426469" y="4081062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88F26FF-F2CB-4C73-A5BB-6288378DD8DA}"/>
                  </a:ext>
                </a:extLst>
              </p:cNvPr>
              <p:cNvSpPr/>
              <p:nvPr/>
            </p:nvSpPr>
            <p:spPr>
              <a:xfrm rot="16200000" flipH="1">
                <a:off x="5426469" y="4021394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97F1D36-F238-49A7-9CEB-04D36BD61F6F}"/>
                  </a:ext>
                </a:extLst>
              </p:cNvPr>
              <p:cNvSpPr/>
              <p:nvPr/>
            </p:nvSpPr>
            <p:spPr>
              <a:xfrm rot="16200000" flipH="1">
                <a:off x="5426469" y="3902056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6A3E284-85B8-4CAC-B5A8-833FEAD26319}"/>
                  </a:ext>
                </a:extLst>
              </p:cNvPr>
              <p:cNvSpPr/>
              <p:nvPr/>
            </p:nvSpPr>
            <p:spPr>
              <a:xfrm rot="10800000" flipH="1">
                <a:off x="5407069" y="4165549"/>
                <a:ext cx="42418" cy="38100"/>
              </a:xfrm>
              <a:custGeom>
                <a:avLst/>
                <a:gdLst>
                  <a:gd name="connsiteX0" fmla="*/ 0 w 42418"/>
                  <a:gd name="connsiteY0" fmla="*/ 0 h 38100"/>
                  <a:gd name="connsiteX1" fmla="*/ 42418 w 42418"/>
                  <a:gd name="connsiteY1" fmla="*/ 0 h 38100"/>
                  <a:gd name="connsiteX2" fmla="*/ 42418 w 42418"/>
                  <a:gd name="connsiteY2" fmla="*/ 38100 h 38100"/>
                  <a:gd name="connsiteX3" fmla="*/ 0 w 42418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18" h="38100">
                    <a:moveTo>
                      <a:pt x="0" y="0"/>
                    </a:moveTo>
                    <a:lnTo>
                      <a:pt x="42418" y="0"/>
                    </a:lnTo>
                    <a:lnTo>
                      <a:pt x="42418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EAD30CB-938D-43F4-BBFA-1452FA304135}"/>
                  </a:ext>
                </a:extLst>
              </p:cNvPr>
              <p:cNvSpPr/>
              <p:nvPr/>
            </p:nvSpPr>
            <p:spPr>
              <a:xfrm rot="16200000" flipH="1">
                <a:off x="5407387" y="3776295"/>
                <a:ext cx="39878" cy="73151"/>
              </a:xfrm>
              <a:custGeom>
                <a:avLst/>
                <a:gdLst>
                  <a:gd name="connsiteX0" fmla="*/ 39878 w 39878"/>
                  <a:gd name="connsiteY0" fmla="*/ 38671 h 73151"/>
                  <a:gd name="connsiteX1" fmla="*/ 2413 w 39878"/>
                  <a:gd name="connsiteY1" fmla="*/ 73152 h 73151"/>
                  <a:gd name="connsiteX2" fmla="*/ 0 w 39878"/>
                  <a:gd name="connsiteY2" fmla="*/ 69913 h 73151"/>
                  <a:gd name="connsiteX3" fmla="*/ 36131 w 39878"/>
                  <a:gd name="connsiteY3" fmla="*/ 36576 h 73151"/>
                  <a:gd name="connsiteX4" fmla="*/ 0 w 39878"/>
                  <a:gd name="connsiteY4" fmla="*/ 3238 h 73151"/>
                  <a:gd name="connsiteX5" fmla="*/ 2413 w 39878"/>
                  <a:gd name="connsiteY5" fmla="*/ 0 h 73151"/>
                  <a:gd name="connsiteX6" fmla="*/ 39878 w 39878"/>
                  <a:gd name="connsiteY6" fmla="*/ 34481 h 73151"/>
                  <a:gd name="connsiteX7" fmla="*/ 39878 w 39878"/>
                  <a:gd name="connsiteY7" fmla="*/ 38671 h 73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878" h="73151">
                    <a:moveTo>
                      <a:pt x="39878" y="38671"/>
                    </a:moveTo>
                    <a:lnTo>
                      <a:pt x="2413" y="73152"/>
                    </a:lnTo>
                    <a:lnTo>
                      <a:pt x="0" y="69913"/>
                    </a:lnTo>
                    <a:lnTo>
                      <a:pt x="36131" y="36576"/>
                    </a:lnTo>
                    <a:lnTo>
                      <a:pt x="0" y="3238"/>
                    </a:lnTo>
                    <a:lnTo>
                      <a:pt x="2413" y="0"/>
                    </a:lnTo>
                    <a:lnTo>
                      <a:pt x="39878" y="34481"/>
                    </a:lnTo>
                    <a:lnTo>
                      <a:pt x="39878" y="38671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E63A2A-7DB1-4637-9233-D1EFAF23EF3A}"/>
                  </a:ext>
                </a:extLst>
              </p:cNvPr>
              <p:cNvSpPr/>
              <p:nvPr/>
            </p:nvSpPr>
            <p:spPr>
              <a:xfrm rot="16200000" flipH="1">
                <a:off x="5426469" y="3961725"/>
                <a:ext cx="4381" cy="41656"/>
              </a:xfrm>
              <a:custGeom>
                <a:avLst/>
                <a:gdLst>
                  <a:gd name="connsiteX0" fmla="*/ 0 w 4381"/>
                  <a:gd name="connsiteY0" fmla="*/ 0 h 41656"/>
                  <a:gd name="connsiteX1" fmla="*/ 4381 w 4381"/>
                  <a:gd name="connsiteY1" fmla="*/ 0 h 41656"/>
                  <a:gd name="connsiteX2" fmla="*/ 4381 w 4381"/>
                  <a:gd name="connsiteY2" fmla="*/ 41656 h 41656"/>
                  <a:gd name="connsiteX3" fmla="*/ 0 w 4381"/>
                  <a:gd name="connsiteY3" fmla="*/ 41656 h 4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1" h="41656">
                    <a:moveTo>
                      <a:pt x="0" y="0"/>
                    </a:moveTo>
                    <a:lnTo>
                      <a:pt x="4381" y="0"/>
                    </a:lnTo>
                    <a:lnTo>
                      <a:pt x="4381" y="41656"/>
                    </a:lnTo>
                    <a:lnTo>
                      <a:pt x="0" y="4165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81508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50" b="0" i="0" u="none" strike="noStrike" kern="1200" cap="none" spc="0" normalizeH="0" baseline="0" noProof="0">
                  <a:ln>
                    <a:noFill/>
                  </a:ln>
                  <a:solidFill>
                    <a:srgbClr val="3D4647"/>
                  </a:solidFill>
                  <a:effectLst/>
                  <a:uLnTx/>
                  <a:uFillTx/>
                  <a:latin typeface="PTCRaleway" panose="020B0503030101060003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489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AFF7A-47D9-40B3-957E-9D03B038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1BA0D35-BF70-4F0A-94B0-905ED64434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53DB3C-D503-4B14-8106-9C28A29718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260604"/>
            <a:ext cx="8686799" cy="31854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>
                <a:latin typeface="Arial Black" panose="020B0A040201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D9415-2FF3-4D4F-AAFF-39932D551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971550"/>
            <a:ext cx="8686799" cy="3914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B1AA6DB-E82A-4A41-8A41-06CF95B1D24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8601" y="557072"/>
            <a:ext cx="8686798" cy="193899"/>
          </a:xfrm>
        </p:spPr>
        <p:txBody>
          <a:bodyPr>
            <a:normAutofit/>
          </a:bodyPr>
          <a:lstStyle>
            <a:lvl1pPr marL="0" indent="0">
              <a:buNone/>
              <a:defRPr sz="900" b="0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Presentation or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940461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4966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536EE-05B6-46A5-BE75-3CA6BC6A3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971550"/>
            <a:ext cx="8686799" cy="3914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4864B-1A78-4660-B3EF-54305257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1BA0D35-BF70-4F0A-94B0-905ED644343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A190DF-A6FF-40ED-97C9-1894BEF238CF}"/>
              </a:ext>
            </a:extLst>
          </p:cNvPr>
          <p:cNvGrpSpPr/>
          <p:nvPr/>
        </p:nvGrpSpPr>
        <p:grpSpPr>
          <a:xfrm flipV="1">
            <a:off x="5383530" y="0"/>
            <a:ext cx="3760470" cy="985994"/>
            <a:chOff x="7565638" y="5644970"/>
            <a:chExt cx="4626362" cy="121303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24AE27-A04E-4BC7-82B6-B59F9A6371CC}"/>
                </a:ext>
              </a:extLst>
            </p:cNvPr>
            <p:cNvSpPr/>
            <p:nvPr/>
          </p:nvSpPr>
          <p:spPr>
            <a:xfrm>
              <a:off x="7565638" y="6096401"/>
              <a:ext cx="4626362" cy="761599"/>
            </a:xfrm>
            <a:custGeom>
              <a:avLst/>
              <a:gdLst>
                <a:gd name="connsiteX0" fmla="*/ 4626362 w 4626362"/>
                <a:gd name="connsiteY0" fmla="*/ 0 h 761599"/>
                <a:gd name="connsiteX1" fmla="*/ 4626362 w 4626362"/>
                <a:gd name="connsiteY1" fmla="*/ 761599 h 761599"/>
                <a:gd name="connsiteX2" fmla="*/ 0 w 4626362"/>
                <a:gd name="connsiteY2" fmla="*/ 761599 h 761599"/>
                <a:gd name="connsiteX3" fmla="*/ 398076 w 4626362"/>
                <a:gd name="connsiteY3" fmla="*/ 735876 h 761599"/>
                <a:gd name="connsiteX4" fmla="*/ 4360253 w 4626362"/>
                <a:gd name="connsiteY4" fmla="*/ 77327 h 761599"/>
                <a:gd name="connsiteX5" fmla="*/ 4626362 w 4626362"/>
                <a:gd name="connsiteY5" fmla="*/ 0 h 76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26362" h="761599">
                  <a:moveTo>
                    <a:pt x="4626362" y="0"/>
                  </a:moveTo>
                  <a:lnTo>
                    <a:pt x="4626362" y="761599"/>
                  </a:lnTo>
                  <a:lnTo>
                    <a:pt x="0" y="761599"/>
                  </a:lnTo>
                  <a:lnTo>
                    <a:pt x="398076" y="735876"/>
                  </a:lnTo>
                  <a:cubicBezTo>
                    <a:pt x="1873200" y="621141"/>
                    <a:pt x="3208640" y="399178"/>
                    <a:pt x="4360253" y="77327"/>
                  </a:cubicBezTo>
                  <a:lnTo>
                    <a:pt x="4626362" y="0"/>
                  </a:lnTo>
                  <a:close/>
                </a:path>
              </a:pathLst>
            </a:custGeom>
            <a:solidFill>
              <a:srgbClr val="D020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45B6868-3602-4DBC-8CAD-A1B97479566E}"/>
                </a:ext>
              </a:extLst>
            </p:cNvPr>
            <p:cNvSpPr/>
            <p:nvPr/>
          </p:nvSpPr>
          <p:spPr>
            <a:xfrm>
              <a:off x="9906194" y="5644970"/>
              <a:ext cx="2285806" cy="1213030"/>
            </a:xfrm>
            <a:custGeom>
              <a:avLst/>
              <a:gdLst>
                <a:gd name="connsiteX0" fmla="*/ 2285806 w 2285806"/>
                <a:gd name="connsiteY0" fmla="*/ 0 h 1213030"/>
                <a:gd name="connsiteX1" fmla="*/ 2285806 w 2285806"/>
                <a:gd name="connsiteY1" fmla="*/ 1213030 h 1213030"/>
                <a:gd name="connsiteX2" fmla="*/ 0 w 2285806"/>
                <a:gd name="connsiteY2" fmla="*/ 1213030 h 1213030"/>
                <a:gd name="connsiteX3" fmla="*/ 58866 w 2285806"/>
                <a:gd name="connsiteY3" fmla="*/ 1199905 h 1213030"/>
                <a:gd name="connsiteX4" fmla="*/ 2227594 w 2285806"/>
                <a:gd name="connsiteY4" fmla="*/ 65224 h 1213030"/>
                <a:gd name="connsiteX5" fmla="*/ 2285806 w 2285806"/>
                <a:gd name="connsiteY5" fmla="*/ 0 h 1213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5806" h="1213030">
                  <a:moveTo>
                    <a:pt x="2285806" y="0"/>
                  </a:moveTo>
                  <a:lnTo>
                    <a:pt x="2285806" y="1213030"/>
                  </a:lnTo>
                  <a:lnTo>
                    <a:pt x="0" y="1213030"/>
                  </a:lnTo>
                  <a:lnTo>
                    <a:pt x="58866" y="1199905"/>
                  </a:lnTo>
                  <a:cubicBezTo>
                    <a:pt x="979714" y="978336"/>
                    <a:pt x="1717405" y="602111"/>
                    <a:pt x="2227594" y="65224"/>
                  </a:cubicBezTo>
                  <a:lnTo>
                    <a:pt x="2285806" y="0"/>
                  </a:lnTo>
                  <a:close/>
                </a:path>
              </a:pathLst>
            </a:custGeom>
            <a:solidFill>
              <a:schemeClr val="tx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783BC5-0C20-4B7C-9034-6FDAAE4321C0}"/>
                </a:ext>
              </a:extLst>
            </p:cNvPr>
            <p:cNvSpPr/>
            <p:nvPr/>
          </p:nvSpPr>
          <p:spPr>
            <a:xfrm>
              <a:off x="9906194" y="6096403"/>
              <a:ext cx="2285806" cy="761597"/>
            </a:xfrm>
            <a:custGeom>
              <a:avLst/>
              <a:gdLst>
                <a:gd name="connsiteX0" fmla="*/ 2285806 w 2285806"/>
                <a:gd name="connsiteY0" fmla="*/ 0 h 761597"/>
                <a:gd name="connsiteX1" fmla="*/ 2285806 w 2285806"/>
                <a:gd name="connsiteY1" fmla="*/ 761597 h 761597"/>
                <a:gd name="connsiteX2" fmla="*/ 0 w 2285806"/>
                <a:gd name="connsiteY2" fmla="*/ 761597 h 761597"/>
                <a:gd name="connsiteX3" fmla="*/ 58866 w 2285806"/>
                <a:gd name="connsiteY3" fmla="*/ 748472 h 761597"/>
                <a:gd name="connsiteX4" fmla="*/ 1297227 w 2285806"/>
                <a:gd name="connsiteY4" fmla="*/ 299376 h 761597"/>
                <a:gd name="connsiteX5" fmla="*/ 1417835 w 2285806"/>
                <a:gd name="connsiteY5" fmla="*/ 230963 h 761597"/>
                <a:gd name="connsiteX6" fmla="*/ 1579312 w 2285806"/>
                <a:gd name="connsiteY6" fmla="*/ 193324 h 761597"/>
                <a:gd name="connsiteX7" fmla="*/ 2019698 w 2285806"/>
                <a:gd name="connsiteY7" fmla="*/ 77326 h 76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5806" h="761597">
                  <a:moveTo>
                    <a:pt x="2285806" y="0"/>
                  </a:moveTo>
                  <a:lnTo>
                    <a:pt x="2285806" y="761597"/>
                  </a:lnTo>
                  <a:lnTo>
                    <a:pt x="0" y="761597"/>
                  </a:lnTo>
                  <a:lnTo>
                    <a:pt x="58866" y="748472"/>
                  </a:lnTo>
                  <a:cubicBezTo>
                    <a:pt x="519290" y="637688"/>
                    <a:pt x="933925" y="488239"/>
                    <a:pt x="1297227" y="299376"/>
                  </a:cubicBezTo>
                  <a:lnTo>
                    <a:pt x="1417835" y="230963"/>
                  </a:lnTo>
                  <a:lnTo>
                    <a:pt x="1579312" y="193324"/>
                  </a:lnTo>
                  <a:cubicBezTo>
                    <a:pt x="1728922" y="156228"/>
                    <a:pt x="1875746" y="117558"/>
                    <a:pt x="2019698" y="7732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6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BEE64FE-983D-4AC0-9D62-FD9BEB6C7CF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8601" y="557072"/>
            <a:ext cx="8686798" cy="193899"/>
          </a:xfrm>
        </p:spPr>
        <p:txBody>
          <a:bodyPr>
            <a:normAutofit/>
          </a:bodyPr>
          <a:lstStyle>
            <a:lvl1pPr marL="0" indent="0">
              <a:buNone/>
              <a:defRPr sz="900" b="0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Presentation or Section 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E15608-857A-4A82-B24C-53919FC3B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60604"/>
            <a:ext cx="8229600" cy="3185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6798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536">
          <p15:clr>
            <a:srgbClr val="FBAE40"/>
          </p15:clr>
        </p15:guide>
        <p15:guide id="9" pos="2680">
          <p15:clr>
            <a:srgbClr val="FBAE40"/>
          </p15:clr>
        </p15:guide>
        <p15:guide id="10" pos="5000">
          <p15:clr>
            <a:srgbClr val="FBAE40"/>
          </p15:clr>
        </p15:guide>
        <p15:guide id="11" pos="51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33415" y="357188"/>
            <a:ext cx="7877175" cy="857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33415" y="1462091"/>
            <a:ext cx="7877175" cy="345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41381" y="4905376"/>
            <a:ext cx="256480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9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766" r:id="rId2"/>
    <p:sldLayoutId id="2147483887" r:id="rId3"/>
  </p:sldLayoutIdLst>
  <p:transition spd="med"/>
  <p:txStyles>
    <p:titleStyle>
      <a:lvl1pPr marL="0" marR="0" indent="0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85723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71446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57168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42891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28615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14338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00060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685783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238119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476239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714357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952476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1190596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428715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666833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904952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143072" marR="0" indent="-238119" algn="l" defTabSz="309555" latinLnBrk="0">
        <a:lnSpc>
          <a:spcPct val="100000"/>
        </a:lnSpc>
        <a:spcBef>
          <a:spcPts val="1951"/>
        </a:spcBef>
        <a:spcAft>
          <a:spcPts val="0"/>
        </a:spcAft>
        <a:buClrTx/>
        <a:buSzPct val="75000"/>
        <a:buFontTx/>
        <a:buChar char="•"/>
        <a:tabLst/>
        <a:defRPr sz="1951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85723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71446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57168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42891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28615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14338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00060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685783" algn="ctr" defTabSz="3095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902E0B-D75B-5946-010D-0BF331D5F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92C00-97B2-C0F6-21B1-2AD8F3C80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5F23-6FEC-2BCE-896B-3D21191A5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5C20A-2BF2-AF0C-C104-D377CB7FD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47A7C-DF58-8E71-9F44-5F6E0E1A9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0" r:id="rId12"/>
    <p:sldLayoutId id="2147483971" r:id="rId13"/>
    <p:sldLayoutId id="2147483972" r:id="rId14"/>
    <p:sldLayoutId id="2147483973" r:id="rId15"/>
    <p:sldLayoutId id="2147483974" r:id="rId16"/>
    <p:sldLayoutId id="2147483975" r:id="rId17"/>
    <p:sldLayoutId id="2147483976" r:id="rId18"/>
    <p:sldLayoutId id="2147483977" r:id="rId19"/>
    <p:sldLayoutId id="2147483978" r:id="rId20"/>
    <p:sldLayoutId id="2147483979" r:id="rId21"/>
    <p:sldLayoutId id="2147483980" r:id="rId22"/>
    <p:sldLayoutId id="2147483981" r:id="rId23"/>
    <p:sldLayoutId id="2147483982" r:id="rId24"/>
    <p:sldLayoutId id="2147483983" r:id="rId2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902E0B-D75B-5946-010D-0BF331D5F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92C00-97B2-C0F6-21B1-2AD8F3C80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5F23-6FEC-2BCE-896B-3D21191A5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EDAF5-69A7-4C39-B3AF-94D763D997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5C20A-2BF2-AF0C-C104-D377CB7FD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47A7C-DF58-8E71-9F44-5F6E0E1A9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AC205-9423-418C-B04C-6DFFD2044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8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  <p:sldLayoutId id="2147484001" r:id="rId17"/>
    <p:sldLayoutId id="2147484002" r:id="rId18"/>
    <p:sldLayoutId id="2147484003" r:id="rId19"/>
    <p:sldLayoutId id="2147484004" r:id="rId20"/>
    <p:sldLayoutId id="2147484005" r:id="rId21"/>
    <p:sldLayoutId id="2147484006" r:id="rId22"/>
    <p:sldLayoutId id="2147484007" r:id="rId23"/>
    <p:sldLayoutId id="2147484008" r:id="rId24"/>
    <p:sldLayoutId id="2147484009" r:id="rId25"/>
    <p:sldLayoutId id="2147484010" r:id="rId2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" name="Shape 4884"/>
          <p:cNvSpPr/>
          <p:nvPr/>
        </p:nvSpPr>
        <p:spPr>
          <a:xfrm>
            <a:off x="318977" y="2422377"/>
            <a:ext cx="3113034" cy="2859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1" tIns="19051" rIns="19051" bIns="19051" numCol="1" anchor="t">
            <a:spAutoFit/>
          </a:bodyPr>
          <a:lstStyle/>
          <a:p>
            <a:pPr>
              <a:lnSpc>
                <a:spcPct val="60000"/>
              </a:lnSpc>
              <a:spcBef>
                <a:spcPts val="263"/>
              </a:spcBef>
              <a:defRPr sz="9000">
                <a:solidFill>
                  <a:srgbClr val="0085AD"/>
                </a:solidFill>
                <a:latin typeface="Geomanist Black"/>
                <a:ea typeface="Geomanist Black"/>
                <a:cs typeface="Geomanist Black"/>
                <a:sym typeface="Geomanist Black"/>
              </a:defRPr>
            </a:pPr>
            <a:r>
              <a:rPr lang="en-US" sz="2400" dirty="0">
                <a:solidFill>
                  <a:srgbClr val="0070C0"/>
                </a:solidFill>
              </a:rPr>
              <a:t>System Integrations</a:t>
            </a:r>
            <a:endParaRPr lang="en-IN" sz="2400" dirty="0">
              <a:solidFill>
                <a:srgbClr val="0070C0"/>
              </a:solidFill>
            </a:endParaRPr>
          </a:p>
        </p:txBody>
      </p:sp>
      <p:grpSp>
        <p:nvGrpSpPr>
          <p:cNvPr id="4891" name="Group 4891"/>
          <p:cNvGrpSpPr/>
          <p:nvPr/>
        </p:nvGrpSpPr>
        <p:grpSpPr>
          <a:xfrm>
            <a:off x="1763809" y="3016515"/>
            <a:ext cx="1328491" cy="66526"/>
            <a:chOff x="0" y="0"/>
            <a:chExt cx="3542638" cy="166787"/>
          </a:xfrm>
        </p:grpSpPr>
        <p:sp>
          <p:nvSpPr>
            <p:cNvPr id="4885" name="Shape 4885"/>
            <p:cNvSpPr/>
            <p:nvPr/>
          </p:nvSpPr>
          <p:spPr>
            <a:xfrm>
              <a:off x="0" y="0"/>
              <a:ext cx="524323" cy="166788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4886" name="Shape 4886"/>
            <p:cNvSpPr/>
            <p:nvPr/>
          </p:nvSpPr>
          <p:spPr>
            <a:xfrm>
              <a:off x="603663" y="0"/>
              <a:ext cx="524323" cy="166788"/>
            </a:xfrm>
            <a:prstGeom prst="rect">
              <a:avLst/>
            </a:prstGeom>
            <a:solidFill>
              <a:srgbClr val="F4AE00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4887" name="Shape 4887"/>
            <p:cNvSpPr/>
            <p:nvPr/>
          </p:nvSpPr>
          <p:spPr>
            <a:xfrm>
              <a:off x="1207327" y="0"/>
              <a:ext cx="524323" cy="166788"/>
            </a:xfrm>
            <a:prstGeom prst="rect">
              <a:avLst/>
            </a:prstGeom>
            <a:solidFill>
              <a:srgbClr val="007CC3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4888" name="Shape 4888"/>
            <p:cNvSpPr/>
            <p:nvPr/>
          </p:nvSpPr>
          <p:spPr>
            <a:xfrm>
              <a:off x="1810990" y="0"/>
              <a:ext cx="524323" cy="166788"/>
            </a:xfrm>
            <a:prstGeom prst="rect">
              <a:avLst/>
            </a:prstGeom>
            <a:solidFill>
              <a:srgbClr val="F4AE00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4889" name="Shape 4889"/>
            <p:cNvSpPr/>
            <p:nvPr/>
          </p:nvSpPr>
          <p:spPr>
            <a:xfrm>
              <a:off x="2414654" y="0"/>
              <a:ext cx="524323" cy="166788"/>
            </a:xfrm>
            <a:prstGeom prst="rect">
              <a:avLst/>
            </a:prstGeom>
            <a:solidFill>
              <a:srgbClr val="007CC3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4890" name="Shape 4890"/>
            <p:cNvSpPr/>
            <p:nvPr/>
          </p:nvSpPr>
          <p:spPr>
            <a:xfrm>
              <a:off x="3018316" y="0"/>
              <a:ext cx="524323" cy="166788"/>
            </a:xfrm>
            <a:prstGeom prst="rect">
              <a:avLst/>
            </a:prstGeom>
            <a:solidFill>
              <a:srgbClr val="F4AE00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</p:grpSp>
      <p:sp>
        <p:nvSpPr>
          <p:cNvPr id="4893" name="Shape 4893"/>
          <p:cNvSpPr/>
          <p:nvPr/>
        </p:nvSpPr>
        <p:spPr>
          <a:xfrm>
            <a:off x="2" y="2071286"/>
            <a:ext cx="470051" cy="1000928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19051" tIns="19051" rIns="19051" bIns="19051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200"/>
          </a:p>
        </p:txBody>
      </p:sp>
      <p:pic>
        <p:nvPicPr>
          <p:cNvPr id="4882" name="pasted-image.pd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977" y="1033084"/>
            <a:ext cx="1393097" cy="5075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42A18C-AF90-8B4E-A598-D9C7119F5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93" y="497488"/>
            <a:ext cx="1778000" cy="381000"/>
          </a:xfrm>
          <a:prstGeom prst="rect">
            <a:avLst/>
          </a:prstGeom>
        </p:spPr>
      </p:pic>
      <p:pic>
        <p:nvPicPr>
          <p:cNvPr id="1026" name="Picture 2" descr="20+ Thousand Defence Industry Royalty-Free Images, Stock Photos &amp; Pictures  | Shutterstock">
            <a:extLst>
              <a:ext uri="{FF2B5EF4-FFF2-40B4-BE49-F238E27FC236}">
                <a16:creationId xmlns:a16="http://schemas.microsoft.com/office/drawing/2014/main" id="{ABB04388-E8A0-1029-A86A-BD125C1F8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260" y="-1"/>
            <a:ext cx="7728649" cy="515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E0FAC08-55E6-CE9B-D335-E7744EB5C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699" y="1026865"/>
            <a:ext cx="1147706" cy="44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B0D9-DF27-9842-897C-51FBA470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3CDCE2-77CF-6F73-5461-B717AEB9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Management in GPLM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DB8F8-12F3-3C25-CF8B-F93925D03A0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076893" y="3388533"/>
            <a:ext cx="1556990" cy="613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E1EF9-F096-49F1-4F74-5F57560CD141}"/>
              </a:ext>
            </a:extLst>
          </p:cNvPr>
          <p:cNvSpPr txBox="1"/>
          <p:nvPr/>
        </p:nvSpPr>
        <p:spPr>
          <a:xfrm>
            <a:off x="6972407" y="3922192"/>
            <a:ext cx="189013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685800" hangingPunct="1">
              <a:buFont typeface="Wingdings" pitchFamily="2" charset="2"/>
              <a:buChar char="ü"/>
            </a:pPr>
            <a:r>
              <a:rPr lang="en-US" sz="1350" kern="1200">
                <a:solidFill>
                  <a:prstClr val="black"/>
                </a:solidFill>
                <a:latin typeface="Calibri" panose="020F0502020204030204"/>
              </a:rPr>
              <a:t>Lifecycle Managed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3CC3A43-CF31-2ECD-B09A-2E1F21D7082C}"/>
              </a:ext>
            </a:extLst>
          </p:cNvPr>
          <p:cNvGrpSpPr/>
          <p:nvPr/>
        </p:nvGrpSpPr>
        <p:grpSpPr>
          <a:xfrm>
            <a:off x="6995025" y="925945"/>
            <a:ext cx="1720724" cy="635088"/>
            <a:chOff x="9326700" y="1234591"/>
            <a:chExt cx="2294298" cy="84678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13296BB-7CDA-C684-BF61-BBB549EF4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</a:blip>
            <a:stretch>
              <a:fillRect/>
            </a:stretch>
          </p:blipFill>
          <p:spPr>
            <a:xfrm>
              <a:off x="9435857" y="1234591"/>
              <a:ext cx="2075985" cy="57510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CDA46F-87D6-5475-16FA-E2E79E4AB957}"/>
                </a:ext>
              </a:extLst>
            </p:cNvPr>
            <p:cNvSpPr txBox="1"/>
            <p:nvPr/>
          </p:nvSpPr>
          <p:spPr>
            <a:xfrm>
              <a:off x="9326700" y="1681265"/>
              <a:ext cx="2294298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defTabSz="685800" hangingPunct="1">
                <a:buFont typeface="Wingdings" pitchFamily="2" charset="2"/>
                <a:buChar char="ü"/>
              </a:pPr>
              <a:r>
                <a:rPr lang="en-US" sz="1350" kern="1200">
                  <a:solidFill>
                    <a:prstClr val="black"/>
                  </a:solidFill>
                  <a:latin typeface="Calibri" panose="020F0502020204030204"/>
                </a:rPr>
                <a:t>Version Controlled.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3A8B1D8-CD26-840A-A702-1A6F10B97DF5}"/>
              </a:ext>
            </a:extLst>
          </p:cNvPr>
          <p:cNvSpPr txBox="1"/>
          <p:nvPr/>
        </p:nvSpPr>
        <p:spPr>
          <a:xfrm>
            <a:off x="510118" y="3905571"/>
            <a:ext cx="107609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685800" hangingPunct="1">
              <a:buFont typeface="Wingdings" pitchFamily="2" charset="2"/>
              <a:buChar char="ü"/>
            </a:pPr>
            <a:r>
              <a:rPr lang="en-US" sz="1350" kern="1200">
                <a:solidFill>
                  <a:prstClr val="black"/>
                </a:solidFill>
                <a:latin typeface="Calibri" panose="020F0502020204030204"/>
              </a:rPr>
              <a:t>Traceable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3211E4-B2E5-20F7-3E5E-62A7E24CC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25" y="3454059"/>
            <a:ext cx="451512" cy="45151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C1BF736-CAB5-A67A-EA22-047F06B8E5D4}"/>
              </a:ext>
            </a:extLst>
          </p:cNvPr>
          <p:cNvGrpSpPr/>
          <p:nvPr/>
        </p:nvGrpSpPr>
        <p:grpSpPr>
          <a:xfrm>
            <a:off x="336970" y="925945"/>
            <a:ext cx="1275280" cy="635088"/>
            <a:chOff x="449293" y="1234591"/>
            <a:chExt cx="1700373" cy="84678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A27CF0D-BCDE-12F1-200D-8043188A8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</a:blip>
            <a:stretch>
              <a:fillRect/>
            </a:stretch>
          </p:blipFill>
          <p:spPr>
            <a:xfrm>
              <a:off x="449293" y="1234591"/>
              <a:ext cx="1700373" cy="53253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AFEBB0C-A289-1914-16A1-8FAE5E2441BF}"/>
                </a:ext>
              </a:extLst>
            </p:cNvPr>
            <p:cNvSpPr txBox="1"/>
            <p:nvPr/>
          </p:nvSpPr>
          <p:spPr>
            <a:xfrm>
              <a:off x="563500" y="1681265"/>
              <a:ext cx="143479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defTabSz="685800" hangingPunct="1">
                <a:buFont typeface="Wingdings" pitchFamily="2" charset="2"/>
                <a:buChar char="ü"/>
              </a:pPr>
              <a:r>
                <a:rPr lang="en-US" sz="1350" kern="1200">
                  <a:solidFill>
                    <a:prstClr val="black"/>
                  </a:solidFill>
                  <a:latin typeface="Calibri" panose="020F0502020204030204"/>
                </a:rPr>
                <a:t>Content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E2525D4-5BC4-4153-6824-6FD87108C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6250" y="3785313"/>
            <a:ext cx="657457" cy="6574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121071-D9EA-AA9D-F60C-BE0AC3804F3E}"/>
              </a:ext>
            </a:extLst>
          </p:cNvPr>
          <p:cNvSpPr txBox="1"/>
          <p:nvPr/>
        </p:nvSpPr>
        <p:spPr>
          <a:xfrm>
            <a:off x="3310127" y="4430273"/>
            <a:ext cx="189013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685800" hangingPunct="1">
              <a:buFont typeface="Wingdings" pitchFamily="2" charset="2"/>
              <a:buChar char="ü"/>
            </a:pPr>
            <a:r>
              <a:rPr lang="en-US" sz="1350" kern="1200">
                <a:solidFill>
                  <a:prstClr val="black"/>
                </a:solidFill>
                <a:latin typeface="Calibri" panose="020F0502020204030204"/>
              </a:rPr>
              <a:t>Change Managed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DC257A2-3503-FE30-8079-5DA32C937B43}"/>
              </a:ext>
            </a:extLst>
          </p:cNvPr>
          <p:cNvGrpSpPr/>
          <p:nvPr/>
        </p:nvGrpSpPr>
        <p:grpSpPr>
          <a:xfrm>
            <a:off x="3581211" y="823881"/>
            <a:ext cx="1076093" cy="844579"/>
            <a:chOff x="4774948" y="1098508"/>
            <a:chExt cx="1434790" cy="112610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A4FC47-6438-E371-DCEF-ADB9B14D3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85316" y="1098508"/>
              <a:ext cx="735980" cy="73598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8DB850-9739-7C8D-1034-CB4A4AE406A4}"/>
                </a:ext>
              </a:extLst>
            </p:cNvPr>
            <p:cNvSpPr txBox="1"/>
            <p:nvPr/>
          </p:nvSpPr>
          <p:spPr>
            <a:xfrm>
              <a:off x="4774948" y="1824504"/>
              <a:ext cx="143479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defTabSz="685800" hangingPunct="1">
                <a:buFont typeface="Wingdings" pitchFamily="2" charset="2"/>
                <a:buChar char="ü"/>
              </a:pPr>
              <a:r>
                <a:rPr lang="en-US" sz="1350" kern="1200">
                  <a:solidFill>
                    <a:prstClr val="black"/>
                  </a:solidFill>
                  <a:latin typeface="Calibri" panose="020F0502020204030204"/>
                </a:rPr>
                <a:t>Metadata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F889356E-85F3-06B0-7627-187C1B1F2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3051" y="2071006"/>
            <a:ext cx="1103858" cy="110385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F706E02-BA41-12F0-E215-DE031AE3CF0A}"/>
              </a:ext>
            </a:extLst>
          </p:cNvPr>
          <p:cNvSpPr txBox="1"/>
          <p:nvPr/>
        </p:nvSpPr>
        <p:spPr>
          <a:xfrm>
            <a:off x="3219913" y="3137229"/>
            <a:ext cx="189013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hangingPunct="1"/>
            <a:r>
              <a:rPr lang="en-US" sz="1350" kern="1200">
                <a:solidFill>
                  <a:prstClr val="black"/>
                </a:solidFill>
                <a:latin typeface="Calibri" panose="020F0502020204030204"/>
              </a:rPr>
              <a:t>Document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B338288-1351-B0B2-2D6F-C1A8EA05AAFC}"/>
              </a:ext>
            </a:extLst>
          </p:cNvPr>
          <p:cNvCxnSpPr>
            <a:stCxn id="16" idx="3"/>
          </p:cNvCxnSpPr>
          <p:nvPr/>
        </p:nvCxnSpPr>
        <p:spPr>
          <a:xfrm>
            <a:off x="1498718" y="1410992"/>
            <a:ext cx="2158882" cy="802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F76158-131E-6A9D-EE84-A2E8EB24A431}"/>
              </a:ext>
            </a:extLst>
          </p:cNvPr>
          <p:cNvCxnSpPr>
            <a:endCxn id="25" idx="1"/>
          </p:cNvCxnSpPr>
          <p:nvPr/>
        </p:nvCxnSpPr>
        <p:spPr>
          <a:xfrm flipV="1">
            <a:off x="1584373" y="2622935"/>
            <a:ext cx="2028677" cy="982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09509F-680E-81C7-3382-B1A15B4C40F0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119258" y="1668460"/>
            <a:ext cx="45721" cy="337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4A07982-769B-6E7F-6CCC-697B1D2B24C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646242" y="1410992"/>
            <a:ext cx="2348783" cy="808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F82DEC9-91C7-0EA3-C718-4658C8429B44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716908" y="3032960"/>
            <a:ext cx="2359985" cy="662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82CAD0-410C-1659-3FD3-62E61B589F0D}"/>
              </a:ext>
            </a:extLst>
          </p:cNvPr>
          <p:cNvCxnSpPr>
            <a:cxnSpLocks/>
            <a:stCxn id="17" idx="0"/>
            <a:endCxn id="26" idx="2"/>
          </p:cNvCxnSpPr>
          <p:nvPr/>
        </p:nvCxnSpPr>
        <p:spPr>
          <a:xfrm flipV="1">
            <a:off x="4164979" y="3437311"/>
            <a:ext cx="0" cy="348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20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0825-B140-80DC-640A-2823310F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Closed Loop Change Management Overview</a:t>
            </a:r>
          </a:p>
        </p:txBody>
      </p:sp>
      <p:pic>
        <p:nvPicPr>
          <p:cNvPr id="3074" name="Picture 2" descr="Engineering Change Management Process Overview | PTC">
            <a:extLst>
              <a:ext uri="{FF2B5EF4-FFF2-40B4-BE49-F238E27FC236}">
                <a16:creationId xmlns:a16="http://schemas.microsoft.com/office/drawing/2014/main" id="{B570F1C3-708A-15A5-610B-8EB28A2BF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43" y="934127"/>
            <a:ext cx="7826815" cy="347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026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FAE3-0032-3BB6-F6BE-DC3CA96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 PLM Integration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10091-24F1-C059-FF53-BE7974BFBC7B}"/>
              </a:ext>
            </a:extLst>
          </p:cNvPr>
          <p:cNvSpPr/>
          <p:nvPr/>
        </p:nvSpPr>
        <p:spPr>
          <a:xfrm>
            <a:off x="6151418" y="1175904"/>
            <a:ext cx="2265218" cy="2925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Windchill PLM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7611EB-E171-9654-BD0B-7AE398131205}"/>
              </a:ext>
            </a:extLst>
          </p:cNvPr>
          <p:cNvSpPr/>
          <p:nvPr/>
        </p:nvSpPr>
        <p:spPr>
          <a:xfrm>
            <a:off x="415637" y="1175903"/>
            <a:ext cx="1350818" cy="2925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Partner PLM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46DEFEF4-847C-EF8C-E68C-514D1483F556}"/>
              </a:ext>
            </a:extLst>
          </p:cNvPr>
          <p:cNvSpPr/>
          <p:nvPr/>
        </p:nvSpPr>
        <p:spPr>
          <a:xfrm>
            <a:off x="1902198" y="2367394"/>
            <a:ext cx="1170709" cy="4087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7AF48E-98A4-185A-B541-BD69326EF13C}"/>
              </a:ext>
            </a:extLst>
          </p:cNvPr>
          <p:cNvSpPr/>
          <p:nvPr/>
        </p:nvSpPr>
        <p:spPr>
          <a:xfrm>
            <a:off x="3208650" y="1224395"/>
            <a:ext cx="1350818" cy="2876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DMZ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2C4A32A-E2E9-7A23-1FAB-7A9974825D8B}"/>
              </a:ext>
            </a:extLst>
          </p:cNvPr>
          <p:cNvSpPr/>
          <p:nvPr/>
        </p:nvSpPr>
        <p:spPr>
          <a:xfrm>
            <a:off x="4750786" y="2437532"/>
            <a:ext cx="1260764" cy="4017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303EE-0BDB-80A5-B637-84438D1B0C16}"/>
              </a:ext>
            </a:extLst>
          </p:cNvPr>
          <p:cNvSpPr txBox="1"/>
          <p:nvPr/>
        </p:nvSpPr>
        <p:spPr>
          <a:xfrm>
            <a:off x="6202868" y="2776103"/>
            <a:ext cx="845128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WRS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EC8B7B-AB24-89B0-66CB-DE7E7B0045E7}"/>
              </a:ext>
            </a:extLst>
          </p:cNvPr>
          <p:cNvSpPr txBox="1"/>
          <p:nvPr/>
        </p:nvSpPr>
        <p:spPr>
          <a:xfrm>
            <a:off x="7457870" y="2777347"/>
            <a:ext cx="845128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PDM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ACA85F6-1536-52FA-BD30-648D07EA0DB2}"/>
              </a:ext>
            </a:extLst>
          </p:cNvPr>
          <p:cNvSpPr/>
          <p:nvPr/>
        </p:nvSpPr>
        <p:spPr>
          <a:xfrm>
            <a:off x="7097652" y="2812227"/>
            <a:ext cx="360218" cy="235527"/>
          </a:xfrm>
          <a:prstGeom prst="rightArrow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List with solid fill">
            <a:extLst>
              <a:ext uri="{FF2B5EF4-FFF2-40B4-BE49-F238E27FC236}">
                <a16:creationId xmlns:a16="http://schemas.microsoft.com/office/drawing/2014/main" id="{FE097D25-2755-5631-7241-CB616B746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7278" y="2929990"/>
            <a:ext cx="591418" cy="591418"/>
          </a:xfrm>
          <a:prstGeom prst="rect">
            <a:avLst/>
          </a:prstGeom>
        </p:spPr>
      </p:pic>
      <p:pic>
        <p:nvPicPr>
          <p:cNvPr id="17" name="Graphic 16" descr="List with solid fill">
            <a:extLst>
              <a:ext uri="{FF2B5EF4-FFF2-40B4-BE49-F238E27FC236}">
                <a16:creationId xmlns:a16="http://schemas.microsoft.com/office/drawing/2014/main" id="{95D11CA4-91F1-C71D-B17C-B355B862D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5860" y="2929990"/>
            <a:ext cx="591418" cy="5914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A05504-D8B9-9F88-2D7D-0E6E274F805A}"/>
              </a:ext>
            </a:extLst>
          </p:cNvPr>
          <p:cNvSpPr txBox="1"/>
          <p:nvPr/>
        </p:nvSpPr>
        <p:spPr>
          <a:xfrm>
            <a:off x="2904922" y="3460458"/>
            <a:ext cx="1958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Custom Program</a:t>
            </a:r>
          </a:p>
        </p:txBody>
      </p:sp>
    </p:spTree>
    <p:extLst>
      <p:ext uri="{BB962C8B-B14F-4D97-AF65-F5344CB8AC3E}">
        <p14:creationId xmlns:p14="http://schemas.microsoft.com/office/powerpoint/2010/main" val="143076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91840" y="919944"/>
            <a:ext cx="1371600" cy="262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PTC</a:t>
            </a:r>
          </a:p>
          <a:p>
            <a:pPr algn="ctr"/>
            <a:r>
              <a:rPr lang="en-US" sz="1800" b="1" dirty="0"/>
              <a:t>Windchill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3620" y="1023110"/>
            <a:ext cx="1066800" cy="17716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Middleware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640" y="1657350"/>
            <a:ext cx="1371600" cy="9832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ESI</a:t>
            </a:r>
          </a:p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ERP Connector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79329" y="736515"/>
            <a:ext cx="1219200" cy="2971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SAP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673440" y="1861715"/>
            <a:ext cx="114300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5673441" y="2261765"/>
            <a:ext cx="114300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463640" y="1954811"/>
            <a:ext cx="990600" cy="1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3439890" y="2354861"/>
            <a:ext cx="990600" cy="11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45130" y="1375304"/>
            <a:ext cx="546946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XML 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2684" y="2571481"/>
            <a:ext cx="1034257" cy="95410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Enterprise 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Services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BAPIs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ABAP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060" y="2914650"/>
            <a:ext cx="1060740" cy="307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XREF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667" y="1241640"/>
            <a:ext cx="1039534" cy="3216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667" y="919944"/>
            <a:ext cx="1039534" cy="3216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667" y="1563336"/>
            <a:ext cx="1039534" cy="3216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2459" y="1058211"/>
            <a:ext cx="924232" cy="3216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Part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62459" y="1379907"/>
            <a:ext cx="924232" cy="3216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BOM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870" y="3788626"/>
            <a:ext cx="89521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Change Notice, Part, MBOM, Document Links are sent to ERP system</a:t>
            </a:r>
          </a:p>
          <a:p>
            <a:pPr algn="l">
              <a:buFont typeface="Arial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Success/Failure messages sent back to Windchill</a:t>
            </a:r>
          </a:p>
          <a:p>
            <a:pPr algn="l">
              <a:buFont typeface="Arial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XMLs are completely customizable according to client requirements.</a:t>
            </a:r>
          </a:p>
          <a:p>
            <a:pPr algn="l">
              <a:buFont typeface="Arial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Windchill ERP Connector –  </a:t>
            </a:r>
            <a:r>
              <a:rPr lang="en-US" sz="1600" dirty="0" err="1">
                <a:solidFill>
                  <a:schemeClr val="tx2"/>
                </a:solidFill>
              </a:rPr>
              <a:t>MiddleWare</a:t>
            </a:r>
            <a:r>
              <a:rPr lang="en-US" sz="1600" dirty="0">
                <a:solidFill>
                  <a:schemeClr val="tx2"/>
                </a:solidFill>
              </a:rPr>
              <a:t> – SAP R3 ERP.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514600"/>
            <a:ext cx="914400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Status message</a:t>
            </a:r>
          </a:p>
        </p:txBody>
      </p:sp>
      <p:sp>
        <p:nvSpPr>
          <p:cNvPr id="2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Windchill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 SAP Interface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64B627-3EDF-15B6-29DB-83145FB6EDEB}"/>
              </a:ext>
            </a:extLst>
          </p:cNvPr>
          <p:cNvSpPr/>
          <p:nvPr/>
        </p:nvSpPr>
        <p:spPr>
          <a:xfrm>
            <a:off x="7062459" y="1718334"/>
            <a:ext cx="924232" cy="3216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DIR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28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97" name="Shape 31197"/>
          <p:cNvSpPr/>
          <p:nvPr/>
        </p:nvSpPr>
        <p:spPr>
          <a:xfrm>
            <a:off x="2741755" y="2439528"/>
            <a:ext cx="3684504" cy="321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19051" tIns="19051" rIns="19051" bIns="19051">
            <a:spAutoFit/>
          </a:bodyPr>
          <a:lstStyle>
            <a:lvl1pPr>
              <a:lnSpc>
                <a:spcPct val="60000"/>
              </a:lnSpc>
              <a:spcBef>
                <a:spcPts val="800"/>
              </a:spcBef>
              <a:defRPr sz="7000">
                <a:solidFill>
                  <a:srgbClr val="0085AD"/>
                </a:solidFill>
                <a:latin typeface="Geomanist Ultra"/>
                <a:ea typeface="Geomanist Ultra"/>
                <a:cs typeface="Geomanist Ultra"/>
                <a:sym typeface="Geomanist Ultra"/>
              </a:defRPr>
            </a:lvl1pPr>
          </a:lstStyle>
          <a:p>
            <a:r>
              <a:rPr sz="2625">
                <a:solidFill>
                  <a:schemeClr val="accent1"/>
                </a:solidFill>
              </a:rPr>
              <a:t>THANK YOU</a:t>
            </a:r>
          </a:p>
        </p:txBody>
      </p:sp>
      <p:grpSp>
        <p:nvGrpSpPr>
          <p:cNvPr id="31205" name="Group 31205"/>
          <p:cNvGrpSpPr/>
          <p:nvPr/>
        </p:nvGrpSpPr>
        <p:grpSpPr>
          <a:xfrm>
            <a:off x="4035891" y="2763342"/>
            <a:ext cx="1072219" cy="82067"/>
            <a:chOff x="0" y="0"/>
            <a:chExt cx="2859245" cy="218841"/>
          </a:xfrm>
        </p:grpSpPr>
        <p:sp>
          <p:nvSpPr>
            <p:cNvPr id="31199" name="Shape 31199"/>
            <p:cNvSpPr/>
            <p:nvPr/>
          </p:nvSpPr>
          <p:spPr>
            <a:xfrm>
              <a:off x="0" y="0"/>
              <a:ext cx="423178" cy="21884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31200" name="Shape 31200"/>
            <p:cNvSpPr/>
            <p:nvPr/>
          </p:nvSpPr>
          <p:spPr>
            <a:xfrm>
              <a:off x="487213" y="0"/>
              <a:ext cx="423179" cy="2188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31201" name="Shape 31201"/>
            <p:cNvSpPr/>
            <p:nvPr/>
          </p:nvSpPr>
          <p:spPr>
            <a:xfrm>
              <a:off x="974427" y="0"/>
              <a:ext cx="423179" cy="218842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31202" name="Shape 31202"/>
            <p:cNvSpPr/>
            <p:nvPr/>
          </p:nvSpPr>
          <p:spPr>
            <a:xfrm>
              <a:off x="1461641" y="0"/>
              <a:ext cx="423179" cy="218842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31203" name="Shape 31203"/>
            <p:cNvSpPr/>
            <p:nvPr/>
          </p:nvSpPr>
          <p:spPr>
            <a:xfrm>
              <a:off x="1948855" y="0"/>
              <a:ext cx="423178" cy="218842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31204" name="Shape 31204"/>
            <p:cNvSpPr/>
            <p:nvPr/>
          </p:nvSpPr>
          <p:spPr>
            <a:xfrm>
              <a:off x="2436068" y="0"/>
              <a:ext cx="423178" cy="218842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</p:grpSp>
      <p:grpSp>
        <p:nvGrpSpPr>
          <p:cNvPr id="31208" name="Group 31208"/>
          <p:cNvGrpSpPr/>
          <p:nvPr/>
        </p:nvGrpSpPr>
        <p:grpSpPr>
          <a:xfrm>
            <a:off x="4219765" y="1499480"/>
            <a:ext cx="694948" cy="694948"/>
            <a:chOff x="0" y="0"/>
            <a:chExt cx="1853193" cy="1853193"/>
          </a:xfrm>
        </p:grpSpPr>
        <p:sp>
          <p:nvSpPr>
            <p:cNvPr id="31206" name="Shape 31206"/>
            <p:cNvSpPr/>
            <p:nvPr/>
          </p:nvSpPr>
          <p:spPr>
            <a:xfrm>
              <a:off x="0" y="0"/>
              <a:ext cx="1853194" cy="1853194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 sz="1200"/>
            </a:p>
          </p:txBody>
        </p:sp>
        <p:sp>
          <p:nvSpPr>
            <p:cNvPr id="31207" name="Shape 31207"/>
            <p:cNvSpPr/>
            <p:nvPr/>
          </p:nvSpPr>
          <p:spPr>
            <a:xfrm>
              <a:off x="352821" y="373058"/>
              <a:ext cx="1147552" cy="1044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4" h="21360" extrusionOk="0">
                  <a:moveTo>
                    <a:pt x="16074" y="20159"/>
                  </a:moveTo>
                  <a:lnTo>
                    <a:pt x="15243" y="18984"/>
                  </a:lnTo>
                  <a:lnTo>
                    <a:pt x="15520" y="18954"/>
                  </a:lnTo>
                  <a:cubicBezTo>
                    <a:pt x="15778" y="18924"/>
                    <a:pt x="16021" y="18835"/>
                    <a:pt x="16237" y="18692"/>
                  </a:cubicBezTo>
                  <a:cubicBezTo>
                    <a:pt x="16803" y="18479"/>
                    <a:pt x="17334" y="18169"/>
                    <a:pt x="17813" y="17767"/>
                  </a:cubicBezTo>
                  <a:cubicBezTo>
                    <a:pt x="18617" y="17091"/>
                    <a:pt x="19224" y="16199"/>
                    <a:pt x="19585" y="15193"/>
                  </a:cubicBezTo>
                  <a:lnTo>
                    <a:pt x="20482" y="16457"/>
                  </a:lnTo>
                  <a:cubicBezTo>
                    <a:pt x="20482" y="16457"/>
                    <a:pt x="16074" y="20159"/>
                    <a:pt x="16074" y="20159"/>
                  </a:cubicBezTo>
                  <a:close/>
                  <a:moveTo>
                    <a:pt x="7669" y="18874"/>
                  </a:moveTo>
                  <a:cubicBezTo>
                    <a:pt x="7263" y="18898"/>
                    <a:pt x="6856" y="18864"/>
                    <a:pt x="6459" y="18773"/>
                  </a:cubicBezTo>
                  <a:cubicBezTo>
                    <a:pt x="6332" y="18744"/>
                    <a:pt x="6199" y="18778"/>
                    <a:pt x="6097" y="18866"/>
                  </a:cubicBezTo>
                  <a:lnTo>
                    <a:pt x="4534" y="20215"/>
                  </a:lnTo>
                  <a:lnTo>
                    <a:pt x="1052" y="15480"/>
                  </a:lnTo>
                  <a:lnTo>
                    <a:pt x="2610" y="14112"/>
                  </a:lnTo>
                  <a:cubicBezTo>
                    <a:pt x="2712" y="14024"/>
                    <a:pt x="2772" y="13890"/>
                    <a:pt x="2773" y="13748"/>
                  </a:cubicBezTo>
                  <a:cubicBezTo>
                    <a:pt x="2792" y="12372"/>
                    <a:pt x="3308" y="11093"/>
                    <a:pt x="4226" y="10148"/>
                  </a:cubicBezTo>
                  <a:lnTo>
                    <a:pt x="7141" y="7145"/>
                  </a:lnTo>
                  <a:cubicBezTo>
                    <a:pt x="7142" y="7144"/>
                    <a:pt x="7143" y="7143"/>
                    <a:pt x="7144" y="7142"/>
                  </a:cubicBezTo>
                  <a:lnTo>
                    <a:pt x="8457" y="5789"/>
                  </a:lnTo>
                  <a:cubicBezTo>
                    <a:pt x="8457" y="5789"/>
                    <a:pt x="8458" y="5788"/>
                    <a:pt x="8458" y="5787"/>
                  </a:cubicBezTo>
                  <a:lnTo>
                    <a:pt x="8993" y="5237"/>
                  </a:lnTo>
                  <a:cubicBezTo>
                    <a:pt x="8996" y="5233"/>
                    <a:pt x="8999" y="5230"/>
                    <a:pt x="9003" y="5226"/>
                  </a:cubicBezTo>
                  <a:lnTo>
                    <a:pt x="9629" y="4581"/>
                  </a:lnTo>
                  <a:cubicBezTo>
                    <a:pt x="9791" y="4414"/>
                    <a:pt x="10003" y="4326"/>
                    <a:pt x="10225" y="4333"/>
                  </a:cubicBezTo>
                  <a:cubicBezTo>
                    <a:pt x="10447" y="4340"/>
                    <a:pt x="10654" y="4441"/>
                    <a:pt x="10807" y="4617"/>
                  </a:cubicBezTo>
                  <a:cubicBezTo>
                    <a:pt x="10960" y="4793"/>
                    <a:pt x="11040" y="5023"/>
                    <a:pt x="11034" y="5265"/>
                  </a:cubicBezTo>
                  <a:cubicBezTo>
                    <a:pt x="11028" y="5507"/>
                    <a:pt x="10935" y="5732"/>
                    <a:pt x="10774" y="5899"/>
                  </a:cubicBezTo>
                  <a:lnTo>
                    <a:pt x="10773" y="5899"/>
                  </a:lnTo>
                  <a:lnTo>
                    <a:pt x="8003" y="8753"/>
                  </a:lnTo>
                  <a:cubicBezTo>
                    <a:pt x="7827" y="8934"/>
                    <a:pt x="7820" y="9236"/>
                    <a:pt x="7986" y="9427"/>
                  </a:cubicBezTo>
                  <a:cubicBezTo>
                    <a:pt x="8072" y="9526"/>
                    <a:pt x="8188" y="9576"/>
                    <a:pt x="8304" y="9576"/>
                  </a:cubicBezTo>
                  <a:cubicBezTo>
                    <a:pt x="8412" y="9576"/>
                    <a:pt x="8520" y="9533"/>
                    <a:pt x="8605" y="9446"/>
                  </a:cubicBezTo>
                  <a:lnTo>
                    <a:pt x="13223" y="4688"/>
                  </a:lnTo>
                  <a:cubicBezTo>
                    <a:pt x="13385" y="4522"/>
                    <a:pt x="13597" y="4434"/>
                    <a:pt x="13819" y="4440"/>
                  </a:cubicBezTo>
                  <a:cubicBezTo>
                    <a:pt x="14041" y="4447"/>
                    <a:pt x="14248" y="4548"/>
                    <a:pt x="14400" y="4724"/>
                  </a:cubicBezTo>
                  <a:cubicBezTo>
                    <a:pt x="14553" y="4900"/>
                    <a:pt x="14634" y="5130"/>
                    <a:pt x="14628" y="5372"/>
                  </a:cubicBezTo>
                  <a:cubicBezTo>
                    <a:pt x="14622" y="5615"/>
                    <a:pt x="14529" y="5840"/>
                    <a:pt x="14367" y="6006"/>
                  </a:cubicBezTo>
                  <a:lnTo>
                    <a:pt x="14367" y="6007"/>
                  </a:lnTo>
                  <a:lnTo>
                    <a:pt x="9749" y="10764"/>
                  </a:lnTo>
                  <a:cubicBezTo>
                    <a:pt x="9574" y="10945"/>
                    <a:pt x="9566" y="11247"/>
                    <a:pt x="9732" y="11438"/>
                  </a:cubicBezTo>
                  <a:cubicBezTo>
                    <a:pt x="9898" y="11630"/>
                    <a:pt x="10175" y="11638"/>
                    <a:pt x="10351" y="11457"/>
                  </a:cubicBezTo>
                  <a:lnTo>
                    <a:pt x="15753" y="5892"/>
                  </a:lnTo>
                  <a:cubicBezTo>
                    <a:pt x="16086" y="5548"/>
                    <a:pt x="16614" y="5565"/>
                    <a:pt x="16930" y="5928"/>
                  </a:cubicBezTo>
                  <a:cubicBezTo>
                    <a:pt x="17245" y="6291"/>
                    <a:pt x="17231" y="6867"/>
                    <a:pt x="16897" y="7210"/>
                  </a:cubicBezTo>
                  <a:lnTo>
                    <a:pt x="11495" y="12775"/>
                  </a:lnTo>
                  <a:cubicBezTo>
                    <a:pt x="11320" y="12956"/>
                    <a:pt x="11312" y="13258"/>
                    <a:pt x="11478" y="13449"/>
                  </a:cubicBezTo>
                  <a:cubicBezTo>
                    <a:pt x="11564" y="13549"/>
                    <a:pt x="11680" y="13598"/>
                    <a:pt x="11796" y="13598"/>
                  </a:cubicBezTo>
                  <a:cubicBezTo>
                    <a:pt x="11904" y="13598"/>
                    <a:pt x="12012" y="13555"/>
                    <a:pt x="12097" y="13468"/>
                  </a:cubicBezTo>
                  <a:lnTo>
                    <a:pt x="16715" y="8710"/>
                  </a:lnTo>
                  <a:cubicBezTo>
                    <a:pt x="17049" y="8366"/>
                    <a:pt x="17577" y="8383"/>
                    <a:pt x="17892" y="8746"/>
                  </a:cubicBezTo>
                  <a:cubicBezTo>
                    <a:pt x="18208" y="9109"/>
                    <a:pt x="18193" y="9685"/>
                    <a:pt x="17860" y="10028"/>
                  </a:cubicBezTo>
                  <a:lnTo>
                    <a:pt x="12390" y="15664"/>
                  </a:lnTo>
                  <a:cubicBezTo>
                    <a:pt x="12253" y="15804"/>
                    <a:pt x="12215" y="16023"/>
                    <a:pt x="12293" y="16209"/>
                  </a:cubicBezTo>
                  <a:cubicBezTo>
                    <a:pt x="12371" y="16394"/>
                    <a:pt x="12549" y="16505"/>
                    <a:pt x="12735" y="16484"/>
                  </a:cubicBezTo>
                  <a:lnTo>
                    <a:pt x="15263" y="16200"/>
                  </a:lnTo>
                  <a:cubicBezTo>
                    <a:pt x="15719" y="16149"/>
                    <a:pt x="16129" y="16513"/>
                    <a:pt x="16176" y="17010"/>
                  </a:cubicBezTo>
                  <a:cubicBezTo>
                    <a:pt x="16198" y="17251"/>
                    <a:pt x="16133" y="17487"/>
                    <a:pt x="15993" y="17675"/>
                  </a:cubicBezTo>
                  <a:cubicBezTo>
                    <a:pt x="15852" y="17863"/>
                    <a:pt x="15653" y="17980"/>
                    <a:pt x="15431" y="18005"/>
                  </a:cubicBezTo>
                  <a:cubicBezTo>
                    <a:pt x="15431" y="18005"/>
                    <a:pt x="7669" y="18874"/>
                    <a:pt x="7669" y="18874"/>
                  </a:cubicBezTo>
                  <a:close/>
                  <a:moveTo>
                    <a:pt x="6684" y="5794"/>
                  </a:moveTo>
                  <a:cubicBezTo>
                    <a:pt x="6403" y="5398"/>
                    <a:pt x="6471" y="4827"/>
                    <a:pt x="6835" y="4521"/>
                  </a:cubicBezTo>
                  <a:cubicBezTo>
                    <a:pt x="7198" y="4216"/>
                    <a:pt x="7722" y="4290"/>
                    <a:pt x="8002" y="4686"/>
                  </a:cubicBezTo>
                  <a:lnTo>
                    <a:pt x="8108" y="4835"/>
                  </a:lnTo>
                  <a:lnTo>
                    <a:pt x="7806" y="5146"/>
                  </a:lnTo>
                  <a:cubicBezTo>
                    <a:pt x="7805" y="5147"/>
                    <a:pt x="7805" y="5148"/>
                    <a:pt x="7804" y="5148"/>
                  </a:cubicBezTo>
                  <a:lnTo>
                    <a:pt x="6892" y="6088"/>
                  </a:lnTo>
                  <a:cubicBezTo>
                    <a:pt x="6892" y="6088"/>
                    <a:pt x="6684" y="5794"/>
                    <a:pt x="6684" y="5794"/>
                  </a:cubicBezTo>
                  <a:close/>
                  <a:moveTo>
                    <a:pt x="8189" y="1901"/>
                  </a:moveTo>
                  <a:cubicBezTo>
                    <a:pt x="8365" y="1753"/>
                    <a:pt x="8584" y="1689"/>
                    <a:pt x="8804" y="1720"/>
                  </a:cubicBezTo>
                  <a:cubicBezTo>
                    <a:pt x="9025" y="1751"/>
                    <a:pt x="9221" y="1874"/>
                    <a:pt x="9357" y="2066"/>
                  </a:cubicBezTo>
                  <a:lnTo>
                    <a:pt x="10288" y="3382"/>
                  </a:lnTo>
                  <a:cubicBezTo>
                    <a:pt x="10275" y="3381"/>
                    <a:pt x="10262" y="3380"/>
                    <a:pt x="10249" y="3380"/>
                  </a:cubicBezTo>
                  <a:cubicBezTo>
                    <a:pt x="9792" y="3366"/>
                    <a:pt x="9359" y="3547"/>
                    <a:pt x="9028" y="3888"/>
                  </a:cubicBezTo>
                  <a:lnTo>
                    <a:pt x="8747" y="4177"/>
                  </a:lnTo>
                  <a:lnTo>
                    <a:pt x="8697" y="4104"/>
                  </a:lnTo>
                  <a:cubicBezTo>
                    <a:pt x="8696" y="4104"/>
                    <a:pt x="8696" y="4104"/>
                    <a:pt x="8696" y="4104"/>
                  </a:cubicBezTo>
                  <a:cubicBezTo>
                    <a:pt x="8696" y="4103"/>
                    <a:pt x="8696" y="4103"/>
                    <a:pt x="8696" y="4103"/>
                  </a:cubicBezTo>
                  <a:lnTo>
                    <a:pt x="8038" y="3174"/>
                  </a:lnTo>
                  <a:cubicBezTo>
                    <a:pt x="7758" y="2778"/>
                    <a:pt x="7825" y="2207"/>
                    <a:pt x="8189" y="1901"/>
                  </a:cubicBezTo>
                  <a:cubicBezTo>
                    <a:pt x="8189" y="1901"/>
                    <a:pt x="8189" y="1901"/>
                    <a:pt x="8189" y="1901"/>
                  </a:cubicBezTo>
                  <a:close/>
                  <a:moveTo>
                    <a:pt x="10542" y="1744"/>
                  </a:moveTo>
                  <a:cubicBezTo>
                    <a:pt x="10571" y="1504"/>
                    <a:pt x="10683" y="1290"/>
                    <a:pt x="10859" y="1142"/>
                  </a:cubicBezTo>
                  <a:cubicBezTo>
                    <a:pt x="11223" y="836"/>
                    <a:pt x="11747" y="910"/>
                    <a:pt x="12027" y="1306"/>
                  </a:cubicBezTo>
                  <a:lnTo>
                    <a:pt x="13580" y="3501"/>
                  </a:lnTo>
                  <a:cubicBezTo>
                    <a:pt x="13222" y="3550"/>
                    <a:pt x="12889" y="3720"/>
                    <a:pt x="12622" y="3995"/>
                  </a:cubicBezTo>
                  <a:lnTo>
                    <a:pt x="12162" y="4468"/>
                  </a:lnTo>
                  <a:lnTo>
                    <a:pt x="10709" y="2415"/>
                  </a:lnTo>
                  <a:cubicBezTo>
                    <a:pt x="10709" y="2414"/>
                    <a:pt x="10708" y="2414"/>
                    <a:pt x="10708" y="2414"/>
                  </a:cubicBezTo>
                  <a:cubicBezTo>
                    <a:pt x="10573" y="2222"/>
                    <a:pt x="10513" y="1984"/>
                    <a:pt x="10542" y="1744"/>
                  </a:cubicBezTo>
                  <a:cubicBezTo>
                    <a:pt x="10542" y="1744"/>
                    <a:pt x="10542" y="1744"/>
                    <a:pt x="10542" y="1744"/>
                  </a:cubicBezTo>
                  <a:close/>
                  <a:moveTo>
                    <a:pt x="17403" y="4742"/>
                  </a:moveTo>
                  <a:cubicBezTo>
                    <a:pt x="17403" y="4241"/>
                    <a:pt x="17776" y="3834"/>
                    <a:pt x="18235" y="3834"/>
                  </a:cubicBezTo>
                  <a:lnTo>
                    <a:pt x="18236" y="3834"/>
                  </a:lnTo>
                  <a:cubicBezTo>
                    <a:pt x="18695" y="3834"/>
                    <a:pt x="19068" y="4240"/>
                    <a:pt x="19069" y="4741"/>
                  </a:cubicBezTo>
                  <a:lnTo>
                    <a:pt x="19082" y="13240"/>
                  </a:lnTo>
                  <a:cubicBezTo>
                    <a:pt x="19018" y="14728"/>
                    <a:pt x="18360" y="16103"/>
                    <a:pt x="17278" y="17012"/>
                  </a:cubicBezTo>
                  <a:cubicBezTo>
                    <a:pt x="17205" y="17073"/>
                    <a:pt x="17130" y="17131"/>
                    <a:pt x="17054" y="17188"/>
                  </a:cubicBezTo>
                  <a:cubicBezTo>
                    <a:pt x="17057" y="17097"/>
                    <a:pt x="17055" y="17005"/>
                    <a:pt x="17046" y="16913"/>
                  </a:cubicBezTo>
                  <a:cubicBezTo>
                    <a:pt x="16951" y="15893"/>
                    <a:pt x="16111" y="15147"/>
                    <a:pt x="15173" y="15251"/>
                  </a:cubicBezTo>
                  <a:lnTo>
                    <a:pt x="13928" y="15391"/>
                  </a:lnTo>
                  <a:lnTo>
                    <a:pt x="18461" y="10721"/>
                  </a:lnTo>
                  <a:cubicBezTo>
                    <a:pt x="19145" y="10016"/>
                    <a:pt x="19176" y="8836"/>
                    <a:pt x="18528" y="8091"/>
                  </a:cubicBezTo>
                  <a:cubicBezTo>
                    <a:pt x="18308" y="7837"/>
                    <a:pt x="18037" y="7666"/>
                    <a:pt x="17748" y="7578"/>
                  </a:cubicBezTo>
                  <a:cubicBezTo>
                    <a:pt x="18177" y="6873"/>
                    <a:pt x="18121" y="5913"/>
                    <a:pt x="17566" y="5273"/>
                  </a:cubicBezTo>
                  <a:cubicBezTo>
                    <a:pt x="17514" y="5214"/>
                    <a:pt x="17460" y="5159"/>
                    <a:pt x="17404" y="5110"/>
                  </a:cubicBezTo>
                  <a:cubicBezTo>
                    <a:pt x="17404" y="5110"/>
                    <a:pt x="17403" y="4742"/>
                    <a:pt x="17403" y="4742"/>
                  </a:cubicBezTo>
                  <a:close/>
                  <a:moveTo>
                    <a:pt x="21442" y="16252"/>
                  </a:moveTo>
                  <a:lnTo>
                    <a:pt x="19878" y="14048"/>
                  </a:lnTo>
                  <a:cubicBezTo>
                    <a:pt x="19920" y="13793"/>
                    <a:pt x="19946" y="13534"/>
                    <a:pt x="19957" y="13272"/>
                  </a:cubicBezTo>
                  <a:cubicBezTo>
                    <a:pt x="19957" y="13265"/>
                    <a:pt x="19957" y="13257"/>
                    <a:pt x="19957" y="13250"/>
                  </a:cubicBezTo>
                  <a:lnTo>
                    <a:pt x="19944" y="4739"/>
                  </a:lnTo>
                  <a:cubicBezTo>
                    <a:pt x="19943" y="3714"/>
                    <a:pt x="19177" y="2880"/>
                    <a:pt x="18236" y="2880"/>
                  </a:cubicBezTo>
                  <a:lnTo>
                    <a:pt x="18235" y="2880"/>
                  </a:lnTo>
                  <a:cubicBezTo>
                    <a:pt x="17305" y="2881"/>
                    <a:pt x="16547" y="3696"/>
                    <a:pt x="16529" y="4705"/>
                  </a:cubicBezTo>
                  <a:cubicBezTo>
                    <a:pt x="16229" y="4665"/>
                    <a:pt x="15921" y="4713"/>
                    <a:pt x="15639" y="4847"/>
                  </a:cubicBezTo>
                  <a:lnTo>
                    <a:pt x="12721" y="724"/>
                  </a:lnTo>
                  <a:cubicBezTo>
                    <a:pt x="12146" y="-89"/>
                    <a:pt x="11071" y="-240"/>
                    <a:pt x="10325" y="387"/>
                  </a:cubicBezTo>
                  <a:cubicBezTo>
                    <a:pt x="10076" y="595"/>
                    <a:pt x="9890" y="868"/>
                    <a:pt x="9778" y="1178"/>
                  </a:cubicBezTo>
                  <a:cubicBezTo>
                    <a:pt x="9533" y="960"/>
                    <a:pt x="9238" y="820"/>
                    <a:pt x="8917" y="774"/>
                  </a:cubicBezTo>
                  <a:cubicBezTo>
                    <a:pt x="8464" y="711"/>
                    <a:pt x="8016" y="843"/>
                    <a:pt x="7654" y="1146"/>
                  </a:cubicBezTo>
                  <a:cubicBezTo>
                    <a:pt x="7014" y="1684"/>
                    <a:pt x="6821" y="2623"/>
                    <a:pt x="7144" y="3393"/>
                  </a:cubicBezTo>
                  <a:cubicBezTo>
                    <a:pt x="6846" y="3430"/>
                    <a:pt x="6554" y="3553"/>
                    <a:pt x="6300" y="3766"/>
                  </a:cubicBezTo>
                  <a:cubicBezTo>
                    <a:pt x="5554" y="4393"/>
                    <a:pt x="5415" y="5563"/>
                    <a:pt x="5990" y="6376"/>
                  </a:cubicBezTo>
                  <a:lnTo>
                    <a:pt x="6253" y="6747"/>
                  </a:lnTo>
                  <a:lnTo>
                    <a:pt x="3625" y="9455"/>
                  </a:lnTo>
                  <a:cubicBezTo>
                    <a:pt x="2584" y="10526"/>
                    <a:pt x="1979" y="11958"/>
                    <a:pt x="1905" y="13507"/>
                  </a:cubicBezTo>
                  <a:lnTo>
                    <a:pt x="163" y="15035"/>
                  </a:lnTo>
                  <a:cubicBezTo>
                    <a:pt x="-25" y="15200"/>
                    <a:pt x="-55" y="15500"/>
                    <a:pt x="96" y="15705"/>
                  </a:cubicBezTo>
                  <a:lnTo>
                    <a:pt x="4123" y="21181"/>
                  </a:lnTo>
                  <a:cubicBezTo>
                    <a:pt x="4209" y="21299"/>
                    <a:pt x="4336" y="21360"/>
                    <a:pt x="4465" y="21360"/>
                  </a:cubicBezTo>
                  <a:cubicBezTo>
                    <a:pt x="4560" y="21360"/>
                    <a:pt x="4656" y="21326"/>
                    <a:pt x="4736" y="21257"/>
                  </a:cubicBezTo>
                  <a:lnTo>
                    <a:pt x="6484" y="19749"/>
                  </a:lnTo>
                  <a:cubicBezTo>
                    <a:pt x="6894" y="19826"/>
                    <a:pt x="7311" y="19851"/>
                    <a:pt x="7728" y="19826"/>
                  </a:cubicBezTo>
                  <a:cubicBezTo>
                    <a:pt x="7735" y="19826"/>
                    <a:pt x="7742" y="19825"/>
                    <a:pt x="7748" y="19824"/>
                  </a:cubicBezTo>
                  <a:lnTo>
                    <a:pt x="14219" y="19099"/>
                  </a:lnTo>
                  <a:lnTo>
                    <a:pt x="15648" y="21118"/>
                  </a:lnTo>
                  <a:cubicBezTo>
                    <a:pt x="15719" y="21219"/>
                    <a:pt x="15823" y="21284"/>
                    <a:pt x="15938" y="21300"/>
                  </a:cubicBezTo>
                  <a:cubicBezTo>
                    <a:pt x="15957" y="21303"/>
                    <a:pt x="15976" y="21304"/>
                    <a:pt x="15994" y="21304"/>
                  </a:cubicBezTo>
                  <a:cubicBezTo>
                    <a:pt x="16091" y="21304"/>
                    <a:pt x="16185" y="21270"/>
                    <a:pt x="16262" y="21205"/>
                  </a:cubicBezTo>
                  <a:lnTo>
                    <a:pt x="21363" y="16921"/>
                  </a:lnTo>
                  <a:cubicBezTo>
                    <a:pt x="21455" y="16844"/>
                    <a:pt x="21515" y="16730"/>
                    <a:pt x="21530" y="16604"/>
                  </a:cubicBezTo>
                  <a:cubicBezTo>
                    <a:pt x="21545" y="16479"/>
                    <a:pt x="21513" y="16352"/>
                    <a:pt x="21442" y="16252"/>
                  </a:cubicBezTo>
                  <a:cubicBezTo>
                    <a:pt x="21442" y="16252"/>
                    <a:pt x="21442" y="16252"/>
                    <a:pt x="21442" y="1625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4288" tIns="14288" rIns="14288" bIns="14288" numCol="1" anchor="ctr">
              <a:noAutofit/>
            </a:bodyPr>
            <a:lstStyle/>
            <a:p>
              <a:pPr defTabSz="171446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Mountain_Multi 04">
      <a:dk1>
        <a:srgbClr val="061423"/>
      </a:dk1>
      <a:lt1>
        <a:srgbClr val="3C4D64"/>
      </a:lt1>
      <a:dk2>
        <a:srgbClr val="999FAC"/>
      </a:dk2>
      <a:lt2>
        <a:srgbClr val="DDDFE8"/>
      </a:lt2>
      <a:accent1>
        <a:srgbClr val="00519B"/>
      </a:accent1>
      <a:accent2>
        <a:srgbClr val="00A1D9"/>
      </a:accent2>
      <a:accent3>
        <a:srgbClr val="07D0DA"/>
      </a:accent3>
      <a:accent4>
        <a:srgbClr val="03D19A"/>
      </a:accent4>
      <a:accent5>
        <a:srgbClr val="45C860"/>
      </a:accent5>
      <a:accent6>
        <a:srgbClr val="99C337"/>
      </a:accent6>
      <a:hlink>
        <a:srgbClr val="0000FF"/>
      </a:hlink>
      <a:folHlink>
        <a:srgbClr val="FFFF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DEC70636E03C4980D5E215ED11F027" ma:contentTypeVersion="15" ma:contentTypeDescription="Create a new document." ma:contentTypeScope="" ma:versionID="ec3b8d897b28b4424900399423e393a2">
  <xsd:schema xmlns:xsd="http://www.w3.org/2001/XMLSchema" xmlns:xs="http://www.w3.org/2001/XMLSchema" xmlns:p="http://schemas.microsoft.com/office/2006/metadata/properties" xmlns:ns2="64c8d419-9246-499e-aeaf-7e6c78d91ffd" xmlns:ns3="5b510952-bd27-413e-8770-69115291800c" targetNamespace="http://schemas.microsoft.com/office/2006/metadata/properties" ma:root="true" ma:fieldsID="97da9826c8fea37e330093bfbacecb9a" ns2:_="" ns3:_="">
    <xsd:import namespace="64c8d419-9246-499e-aeaf-7e6c78d91ffd"/>
    <xsd:import namespace="5b510952-bd27-413e-8770-6911529180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8d419-9246-499e-aeaf-7e6c78d91f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9f9aa50-3264-4eb3-8373-ec634f7d21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510952-bd27-413e-8770-69115291800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9757bbbf-7fa3-4125-9cc1-d4181f5ba0a1}" ma:internalName="TaxCatchAll" ma:showField="CatchAllData" ma:web="5b510952-bd27-413e-8770-6911529180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510952-bd27-413e-8770-69115291800c" xsi:nil="true"/>
    <lcf76f155ced4ddcb4097134ff3c332f xmlns="64c8d419-9246-499e-aeaf-7e6c78d91ff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984601B-790C-4F0F-A63B-73912B8215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0676B5-12C9-49F7-BEA0-16D0755F39DE}">
  <ds:schemaRefs>
    <ds:schemaRef ds:uri="5b510952-bd27-413e-8770-69115291800c"/>
    <ds:schemaRef ds:uri="64c8d419-9246-499e-aeaf-7e6c78d91ff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C6DA228-E42D-46CE-91BA-6CB97AE6D0A6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5b510952-bd27-413e-8770-69115291800c"/>
    <ds:schemaRef ds:uri="64c8d419-9246-499e-aeaf-7e6c78d91ffd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4ff808b-4877-4d2a-a855-82818c2bf978}" enabled="0" method="" siteId="{44ff808b-4877-4d2a-a855-82818c2bf97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109</Words>
  <Application>Microsoft Macintosh PowerPoint</Application>
  <PresentationFormat>On-screen Show (16:9)</PresentationFormat>
  <Paragraphs>48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23" baseType="lpstr">
      <vt:lpstr>MS PGothic</vt:lpstr>
      <vt:lpstr>Arial</vt:lpstr>
      <vt:lpstr>Arial Black</vt:lpstr>
      <vt:lpstr>Arial Narrow</vt:lpstr>
      <vt:lpstr>Calibri</vt:lpstr>
      <vt:lpstr>Calibri Light</vt:lpstr>
      <vt:lpstr>Geomanist Bold</vt:lpstr>
      <vt:lpstr>Geomanist Regular</vt:lpstr>
      <vt:lpstr>Helvetica Light</vt:lpstr>
      <vt:lpstr>Helvetica Neue</vt:lpstr>
      <vt:lpstr>Lato</vt:lpstr>
      <vt:lpstr>Lato Heavy</vt:lpstr>
      <vt:lpstr>PTCRaleway</vt:lpstr>
      <vt:lpstr>Wingdings</vt:lpstr>
      <vt:lpstr>White</vt:lpstr>
      <vt:lpstr>2_Office Theme</vt:lpstr>
      <vt:lpstr>Office Theme</vt:lpstr>
      <vt:lpstr>PowerPoint Presentation</vt:lpstr>
      <vt:lpstr>Document Management in GPLM</vt:lpstr>
      <vt:lpstr>Closed Loop Change Management Overview</vt:lpstr>
      <vt:lpstr>Partner PLM Integration</vt:lpstr>
      <vt:lpstr>Windchill – SAP Interface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Vimala Pardeshi</dc:creator>
  <cp:lastModifiedBy>Sampath, Praveen (Contractor)</cp:lastModifiedBy>
  <cp:revision>8</cp:revision>
  <dcterms:modified xsi:type="dcterms:W3CDTF">2025-09-26T04:33:07Z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0x0101000DDEC70636E03C4980D5E215ED11F027</vt:lpwstr>
  </property>
  <property fmtid="{D5CDD505-2E9C-101B-9397-08002B2CF9AE}" pid="3" name="MediaServiceImageTags">
    <vt:lpwstr/>
  </property>
</Properties>
</file>